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997" r:id="rId5"/>
  </p:sldIdLst>
  <p:sldSz cx="12188825" cy="6858000"/>
  <p:notesSz cx="6858000" cy="9144000"/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>
          <p15:clr>
            <a:srgbClr val="A4A3A4"/>
          </p15:clr>
        </p15:guide>
        <p15:guide id="2" pos="484">
          <p15:clr>
            <a:srgbClr val="A4A3A4"/>
          </p15:clr>
        </p15:guide>
        <p15:guide id="3" pos="7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3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kesh Jayakumar" initials="RJ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92B"/>
    <a:srgbClr val="20E9FE"/>
    <a:srgbClr val="EFF5FB"/>
    <a:srgbClr val="15A185"/>
    <a:srgbClr val="297F9D"/>
    <a:srgbClr val="F49D15"/>
    <a:srgbClr val="D53529"/>
    <a:srgbClr val="0091C8"/>
    <a:srgbClr val="6EB900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93" autoAdjust="0"/>
    <p:restoredTop sz="92323" autoAdjust="0"/>
  </p:normalViewPr>
  <p:slideViewPr>
    <p:cSldViewPr snapToGrid="0" snapToObjects="1">
      <p:cViewPr varScale="1">
        <p:scale>
          <a:sx n="67" d="100"/>
          <a:sy n="67" d="100"/>
        </p:scale>
        <p:origin x="660" y="52"/>
      </p:cViewPr>
      <p:guideLst>
        <p:guide orient="horz" pos="2122"/>
        <p:guide pos="484"/>
        <p:guide pos="7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2844" y="66"/>
      </p:cViewPr>
      <p:guideLst>
        <p:guide orient="horz" pos="283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11116F-C964-A842-8C0B-A3EC71278A5B}" type="datetimeFigureOut">
              <a:rPr lang="en-US" smtClean="0"/>
              <a:t>2/9/2024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7A3D5F-FCE8-7045-A9AB-B2A73CB409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D22DC-3AA2-FD46-BFD6-DC46E9E9B760}" type="datetimeFigureOut">
              <a:rPr lang="en-US" smtClean="0"/>
              <a:t>2/9/2024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E365E-E4E3-CE44-A987-7FC63394D273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E365E-E4E3-CE44-A987-7FC63394D273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23" y="1"/>
            <a:ext cx="12188951" cy="23117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 userDrawn="1"/>
        </p:nvSpPr>
        <p:spPr>
          <a:xfrm>
            <a:off x="2223" y="1"/>
            <a:ext cx="12188951" cy="23117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" y="2311728"/>
            <a:ext cx="12188951" cy="454627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" y="2311728"/>
            <a:ext cx="12188951" cy="4546273"/>
          </a:xfrm>
          <a:prstGeom prst="rect">
            <a:avLst/>
          </a:prstGeom>
        </p:spPr>
      </p:pic>
      <p:cxnSp>
        <p:nvCxnSpPr>
          <p:cNvPr id="50" name="Straight Connector 49"/>
          <p:cNvCxnSpPr/>
          <p:nvPr/>
        </p:nvCxnSpPr>
        <p:spPr>
          <a:xfrm>
            <a:off x="5391150" y="877888"/>
            <a:ext cx="0" cy="2163763"/>
          </a:xfrm>
          <a:prstGeom prst="line">
            <a:avLst/>
          </a:prstGeom>
          <a:ln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34"/>
          <p:cNvSpPr>
            <a:spLocks noGrp="1"/>
          </p:cNvSpPr>
          <p:nvPr>
            <p:ph type="body" sz="quarter" idx="13" hasCustomPrompt="1"/>
          </p:nvPr>
        </p:nvSpPr>
        <p:spPr>
          <a:xfrm>
            <a:off x="5765662" y="877888"/>
            <a:ext cx="5014418" cy="825836"/>
          </a:xfrm>
          <a:prstGeom prst="rect">
            <a:avLst/>
          </a:prstGeom>
        </p:spPr>
        <p:txBody>
          <a:bodyPr lIns="0" anchor="ctr">
            <a:normAutofit/>
          </a:bodyPr>
          <a:lstStyle>
            <a:lvl1pPr marL="0" indent="0">
              <a:buNone/>
              <a:defRPr sz="3200" b="1" baseline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0">
              <a:buNone/>
              <a:defRPr sz="266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19200" indent="0">
              <a:buNone/>
              <a:defRPr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828165" indent="0">
              <a:buNone/>
              <a:defRPr sz="213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437765" indent="0">
              <a:buNone/>
              <a:defRPr sz="213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TITLE</a:t>
            </a:r>
            <a:endParaRPr lang="en-IN" dirty="0"/>
          </a:p>
        </p:txBody>
      </p:sp>
      <p:sp>
        <p:nvSpPr>
          <p:cNvPr id="36" name="Text Placeholder 34"/>
          <p:cNvSpPr>
            <a:spLocks noGrp="1"/>
          </p:cNvSpPr>
          <p:nvPr>
            <p:ph type="body" sz="quarter" idx="14" hasCustomPrompt="1"/>
          </p:nvPr>
        </p:nvSpPr>
        <p:spPr>
          <a:xfrm>
            <a:off x="5765662" y="1798975"/>
            <a:ext cx="5009182" cy="3393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baseline="0">
                <a:solidFill>
                  <a:schemeClr val="accent6">
                    <a:lumMod val="75000"/>
                  </a:schemeClr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0">
              <a:buNone/>
              <a:defRPr sz="266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19200" indent="0">
              <a:buNone/>
              <a:defRPr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828165" indent="0">
              <a:buNone/>
              <a:defRPr sz="213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437765" indent="0">
              <a:buNone/>
              <a:defRPr sz="213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Presenter Name and Designation</a:t>
            </a:r>
            <a:endParaRPr lang="en-IN" dirty="0"/>
          </a:p>
        </p:txBody>
      </p:sp>
      <p:sp>
        <p:nvSpPr>
          <p:cNvPr id="53" name="Text Placeholder 34"/>
          <p:cNvSpPr>
            <a:spLocks noGrp="1"/>
          </p:cNvSpPr>
          <p:nvPr>
            <p:ph type="body" sz="quarter" idx="15" hasCustomPrompt="1"/>
          </p:nvPr>
        </p:nvSpPr>
        <p:spPr>
          <a:xfrm>
            <a:off x="5765662" y="2701925"/>
            <a:ext cx="5009182" cy="3393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baseline="0">
                <a:solidFill>
                  <a:schemeClr val="accent6">
                    <a:lumMod val="75000"/>
                  </a:schemeClr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0">
              <a:buNone/>
              <a:defRPr sz="266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19200" indent="0">
              <a:buNone/>
              <a:defRPr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828165" indent="0">
              <a:buNone/>
              <a:defRPr sz="213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437765" indent="0">
              <a:buNone/>
              <a:defRPr sz="213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Time and Date</a:t>
            </a:r>
            <a:endParaRPr lang="en-IN" dirty="0"/>
          </a:p>
        </p:txBody>
      </p:sp>
      <p:sp>
        <p:nvSpPr>
          <p:cNvPr id="41" name="Rectangle 40"/>
          <p:cNvSpPr/>
          <p:nvPr userDrawn="1"/>
        </p:nvSpPr>
        <p:spPr>
          <a:xfrm>
            <a:off x="375620" y="6468520"/>
            <a:ext cx="8125883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solidFill>
                  <a:srgbClr val="4F4F4F">
                    <a:lumMod val="75000"/>
                  </a:srgbClr>
                </a:solidFill>
              </a:rPr>
              <a:t>© 2018  YASH Technologies | www.yash.com | Confidential</a:t>
            </a:r>
            <a:endParaRPr lang="en-IN" sz="1100" dirty="0">
              <a:solidFill>
                <a:srgbClr val="4F4F4F">
                  <a:lumMod val="75000"/>
                </a:srgbClr>
              </a:solidFill>
            </a:endParaRPr>
          </a:p>
        </p:txBody>
      </p:sp>
      <p:cxnSp>
        <p:nvCxnSpPr>
          <p:cNvPr id="71" name="Straight Connector 70"/>
          <p:cNvCxnSpPr/>
          <p:nvPr userDrawn="1"/>
        </p:nvCxnSpPr>
        <p:spPr>
          <a:xfrm>
            <a:off x="5391150" y="877888"/>
            <a:ext cx="0" cy="2163763"/>
          </a:xfrm>
          <a:prstGeom prst="line">
            <a:avLst/>
          </a:prstGeom>
          <a:ln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J:\yash-branding\logo\YASH-SM-logo\yash-tagline-SM-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487" y="514213"/>
            <a:ext cx="4060402" cy="278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73075" y="736600"/>
            <a:ext cx="11250613" cy="48323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</a:schemeClr>
                </a:solidFill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165" indent="0">
              <a:buNone/>
              <a:defRPr/>
            </a:lvl4pPr>
            <a:lvl5pPr marL="243776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568328" y="928688"/>
            <a:ext cx="10969624" cy="5008562"/>
          </a:xfrm>
        </p:spPr>
        <p:txBody>
          <a:bodyPr/>
          <a:lstStyle>
            <a:lvl1pPr>
              <a:buClr>
                <a:srgbClr val="E23827"/>
              </a:buCl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buClr>
                <a:srgbClr val="E23827"/>
              </a:buCl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buClr>
                <a:srgbClr val="E23827"/>
              </a:buCl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buClr>
                <a:srgbClr val="E23827"/>
              </a:buCl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buClr>
                <a:srgbClr val="E23827"/>
              </a:buCl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epera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" y="2311728"/>
            <a:ext cx="12188951" cy="4546273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2223" y="1"/>
            <a:ext cx="12188951" cy="10652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876" y="2035212"/>
            <a:ext cx="8764586" cy="639761"/>
          </a:xfrm>
          <a:prstGeom prst="rect">
            <a:avLst/>
          </a:prstGeo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/>
              <a:t>Section Name Here</a:t>
            </a:r>
            <a:endParaRPr lang="en-IN" dirty="0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755876" y="2811496"/>
            <a:ext cx="8764586" cy="50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400" b="0" baseline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2223" y="1"/>
            <a:ext cx="12188951" cy="10652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435788" y="6517266"/>
            <a:ext cx="151530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fld id="{74838859-96C6-4195-B61C-5C9EE7AAD6E5}" type="slidenum">
              <a:rPr lang="en-US" sz="1200" smtClean="0">
                <a:solidFill>
                  <a:srgbClr val="4F4F4F"/>
                </a:solidFill>
              </a:rPr>
              <a:t>‹#›</a:t>
            </a:fld>
            <a:endParaRPr lang="en-IN" sz="1200" dirty="0">
              <a:solidFill>
                <a:srgbClr val="4F4F4F">
                  <a:lumMod val="75000"/>
                </a:srgbClr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226568" y="6497663"/>
            <a:ext cx="540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100" dirty="0">
                <a:solidFill>
                  <a:srgbClr val="4F4F4F">
                    <a:lumMod val="75000"/>
                  </a:srgbClr>
                </a:solidFill>
              </a:rPr>
              <a:t>© 2016  YASH Technologies | www.yash.com | Confidential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10435788" y="6517266"/>
            <a:ext cx="151530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fld id="{74838859-96C6-4195-B61C-5C9EE7AAD6E5}" type="slidenum">
              <a:rPr lang="en-US" sz="1200" smtClean="0">
                <a:solidFill>
                  <a:srgbClr val="4F4F4F"/>
                </a:solidFill>
              </a:rPr>
              <a:t>‹#›</a:t>
            </a:fld>
            <a:endParaRPr lang="en-IN" sz="1200" dirty="0">
              <a:solidFill>
                <a:srgbClr val="4F4F4F">
                  <a:lumMod val="75000"/>
                </a:srgbClr>
              </a:solidFill>
            </a:endParaRPr>
          </a:p>
        </p:txBody>
      </p:sp>
      <p:pic>
        <p:nvPicPr>
          <p:cNvPr id="26" name="Picture 4" descr="J:\yash-branding\logo\YASH-SM-logo\yash-witout-taglin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2100" y="215028"/>
            <a:ext cx="2066159" cy="120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0" hasCustomPrompt="1"/>
          </p:nvPr>
        </p:nvSpPr>
        <p:spPr>
          <a:xfrm>
            <a:off x="568328" y="831850"/>
            <a:ext cx="10969624" cy="4941888"/>
          </a:xfr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68328" y="804863"/>
            <a:ext cx="10969624" cy="4818062"/>
          </a:xfrm>
        </p:spPr>
        <p:txBody>
          <a:bodyPr/>
          <a:lstStyle>
            <a:lvl1pPr>
              <a:buClr>
                <a:srgbClr val="C00000"/>
              </a:buClr>
              <a:defRPr>
                <a:solidFill>
                  <a:srgbClr val="3B3B3B"/>
                </a:solidFill>
              </a:defRPr>
            </a:lvl1pPr>
            <a:lvl2pPr>
              <a:buClr>
                <a:srgbClr val="C00000"/>
              </a:buClr>
              <a:defRPr>
                <a:solidFill>
                  <a:srgbClr val="3B3B3B"/>
                </a:solidFill>
              </a:defRPr>
            </a:lvl2pPr>
            <a:lvl3pPr>
              <a:buClr>
                <a:srgbClr val="C00000"/>
              </a:buClr>
              <a:defRPr>
                <a:solidFill>
                  <a:srgbClr val="3B3B3B"/>
                </a:solidFill>
              </a:defRPr>
            </a:lvl3pPr>
            <a:lvl4pPr>
              <a:buClr>
                <a:srgbClr val="C00000"/>
              </a:buClr>
              <a:defRPr>
                <a:solidFill>
                  <a:srgbClr val="3B3B3B"/>
                </a:solidFill>
              </a:defRPr>
            </a:lvl4pPr>
            <a:lvl5pPr>
              <a:buClr>
                <a:srgbClr val="C00000"/>
              </a:buClr>
              <a:defRPr>
                <a:solidFill>
                  <a:srgbClr val="3B3B3B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094415" y="792164"/>
            <a:ext cx="5614987" cy="4884737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68325" y="792164"/>
            <a:ext cx="5354637" cy="488473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68325" y="792163"/>
            <a:ext cx="5354637" cy="50085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6094412" y="792163"/>
            <a:ext cx="5656262" cy="50085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4"/>
          <p:cNvSpPr>
            <a:spLocks noGrp="1"/>
          </p:cNvSpPr>
          <p:nvPr>
            <p:ph type="body" sz="quarter" idx="14" hasCustomPrompt="1"/>
          </p:nvPr>
        </p:nvSpPr>
        <p:spPr>
          <a:xfrm>
            <a:off x="614151" y="1102937"/>
            <a:ext cx="5009182" cy="33938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400" b="0" baseline="0">
                <a:solidFill>
                  <a:schemeClr val="accent6">
                    <a:lumMod val="75000"/>
                  </a:schemeClr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0">
              <a:buNone/>
              <a:defRPr sz="266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19200" indent="0">
              <a:buNone/>
              <a:defRPr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828165" indent="0">
              <a:buNone/>
              <a:defRPr sz="213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437765" indent="0">
              <a:buNone/>
              <a:defRPr sz="213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Put Great Subtitle Here</a:t>
            </a:r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>
          <a:xfrm>
            <a:off x="2223" y="1"/>
            <a:ext cx="12188951" cy="17852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" y="2336292"/>
            <a:ext cx="12188951" cy="4521708"/>
          </a:xfrm>
          <a:prstGeom prst="rect">
            <a:avLst/>
          </a:prstGeom>
        </p:spPr>
      </p:pic>
      <p:sp>
        <p:nvSpPr>
          <p:cNvPr id="35" name="Text Placeholder 34"/>
          <p:cNvSpPr>
            <a:spLocks noGrp="1"/>
          </p:cNvSpPr>
          <p:nvPr>
            <p:ph type="body" sz="quarter" idx="13" hasCustomPrompt="1"/>
          </p:nvPr>
        </p:nvSpPr>
        <p:spPr>
          <a:xfrm>
            <a:off x="5607051" y="1372339"/>
            <a:ext cx="5804008" cy="82583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30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0">
              <a:buNone/>
              <a:defRPr sz="266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19200" indent="0">
              <a:buNone/>
              <a:defRPr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828165" indent="0">
              <a:buNone/>
              <a:defRPr sz="213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437765" indent="0">
              <a:buNone/>
              <a:defRPr sz="213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THANK YOU</a:t>
            </a:r>
            <a:endParaRPr lang="en-IN" dirty="0"/>
          </a:p>
        </p:txBody>
      </p:sp>
      <p:sp>
        <p:nvSpPr>
          <p:cNvPr id="36" name="Text Placeholder 34"/>
          <p:cNvSpPr>
            <a:spLocks noGrp="1"/>
          </p:cNvSpPr>
          <p:nvPr>
            <p:ph type="body" sz="quarter" idx="14" hasCustomPrompt="1"/>
          </p:nvPr>
        </p:nvSpPr>
        <p:spPr>
          <a:xfrm>
            <a:off x="5614424" y="2293426"/>
            <a:ext cx="5797948" cy="3393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0">
              <a:buNone/>
              <a:defRPr sz="266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19200" indent="0">
              <a:buNone/>
              <a:defRPr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828165" indent="0">
              <a:buNone/>
              <a:defRPr sz="213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437765" indent="0">
              <a:buNone/>
              <a:defRPr sz="213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Name &amp; Designation</a:t>
            </a:r>
            <a:endParaRPr lang="en-IN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509895" y="4529507"/>
            <a:ext cx="1762126" cy="431800"/>
            <a:chOff x="5213350" y="3213100"/>
            <a:chExt cx="1762125" cy="431800"/>
          </a:xfrm>
        </p:grpSpPr>
        <p:sp>
          <p:nvSpPr>
            <p:cNvPr id="7" name="Freeform 5"/>
            <p:cNvSpPr/>
            <p:nvPr userDrawn="1"/>
          </p:nvSpPr>
          <p:spPr bwMode="auto">
            <a:xfrm>
              <a:off x="5878513" y="3213100"/>
              <a:ext cx="431800" cy="431800"/>
            </a:xfrm>
            <a:custGeom>
              <a:avLst/>
              <a:gdLst>
                <a:gd name="T0" fmla="*/ 2247 w 4078"/>
                <a:gd name="T1" fmla="*/ 4070 h 4080"/>
                <a:gd name="T2" fmla="*/ 2549 w 4078"/>
                <a:gd name="T3" fmla="*/ 4015 h 4080"/>
                <a:gd name="T4" fmla="*/ 2833 w 4078"/>
                <a:gd name="T5" fmla="*/ 3920 h 4080"/>
                <a:gd name="T6" fmla="*/ 3096 w 4078"/>
                <a:gd name="T7" fmla="*/ 3784 h 4080"/>
                <a:gd name="T8" fmla="*/ 3336 w 4078"/>
                <a:gd name="T9" fmla="*/ 3615 h 4080"/>
                <a:gd name="T10" fmla="*/ 3548 w 4078"/>
                <a:gd name="T11" fmla="*/ 3412 h 4080"/>
                <a:gd name="T12" fmla="*/ 3730 w 4078"/>
                <a:gd name="T13" fmla="*/ 3181 h 4080"/>
                <a:gd name="T14" fmla="*/ 3877 w 4078"/>
                <a:gd name="T15" fmla="*/ 2924 h 4080"/>
                <a:gd name="T16" fmla="*/ 3986 w 4078"/>
                <a:gd name="T17" fmla="*/ 2646 h 4080"/>
                <a:gd name="T18" fmla="*/ 4055 w 4078"/>
                <a:gd name="T19" fmla="*/ 2351 h 4080"/>
                <a:gd name="T20" fmla="*/ 4078 w 4078"/>
                <a:gd name="T21" fmla="*/ 2039 h 4080"/>
                <a:gd name="T22" fmla="*/ 4055 w 4078"/>
                <a:gd name="T23" fmla="*/ 1729 h 4080"/>
                <a:gd name="T24" fmla="*/ 3986 w 4078"/>
                <a:gd name="T25" fmla="*/ 1434 h 4080"/>
                <a:gd name="T26" fmla="*/ 3877 w 4078"/>
                <a:gd name="T27" fmla="*/ 1156 h 4080"/>
                <a:gd name="T28" fmla="*/ 3730 w 4078"/>
                <a:gd name="T29" fmla="*/ 899 h 4080"/>
                <a:gd name="T30" fmla="*/ 3548 w 4078"/>
                <a:gd name="T31" fmla="*/ 668 h 4080"/>
                <a:gd name="T32" fmla="*/ 3336 w 4078"/>
                <a:gd name="T33" fmla="*/ 465 h 4080"/>
                <a:gd name="T34" fmla="*/ 3096 w 4078"/>
                <a:gd name="T35" fmla="*/ 296 h 4080"/>
                <a:gd name="T36" fmla="*/ 2833 w 4078"/>
                <a:gd name="T37" fmla="*/ 160 h 4080"/>
                <a:gd name="T38" fmla="*/ 2549 w 4078"/>
                <a:gd name="T39" fmla="*/ 65 h 4080"/>
                <a:gd name="T40" fmla="*/ 2247 w 4078"/>
                <a:gd name="T41" fmla="*/ 10 h 4080"/>
                <a:gd name="T42" fmla="*/ 1934 w 4078"/>
                <a:gd name="T43" fmla="*/ 3 h 4080"/>
                <a:gd name="T44" fmla="*/ 1628 w 4078"/>
                <a:gd name="T45" fmla="*/ 42 h 4080"/>
                <a:gd name="T46" fmla="*/ 1338 w 4078"/>
                <a:gd name="T47" fmla="*/ 124 h 4080"/>
                <a:gd name="T48" fmla="*/ 1067 w 4078"/>
                <a:gd name="T49" fmla="*/ 247 h 4080"/>
                <a:gd name="T50" fmla="*/ 819 w 4078"/>
                <a:gd name="T51" fmla="*/ 405 h 4080"/>
                <a:gd name="T52" fmla="*/ 597 w 4078"/>
                <a:gd name="T53" fmla="*/ 598 h 4080"/>
                <a:gd name="T54" fmla="*/ 405 w 4078"/>
                <a:gd name="T55" fmla="*/ 819 h 4080"/>
                <a:gd name="T56" fmla="*/ 246 w 4078"/>
                <a:gd name="T57" fmla="*/ 1068 h 4080"/>
                <a:gd name="T58" fmla="*/ 123 w 4078"/>
                <a:gd name="T59" fmla="*/ 1339 h 4080"/>
                <a:gd name="T60" fmla="*/ 41 w 4078"/>
                <a:gd name="T61" fmla="*/ 1629 h 4080"/>
                <a:gd name="T62" fmla="*/ 2 w 4078"/>
                <a:gd name="T63" fmla="*/ 1935 h 4080"/>
                <a:gd name="T64" fmla="*/ 11 w 4078"/>
                <a:gd name="T65" fmla="*/ 2249 h 4080"/>
                <a:gd name="T66" fmla="*/ 64 w 4078"/>
                <a:gd name="T67" fmla="*/ 2550 h 4080"/>
                <a:gd name="T68" fmla="*/ 161 w 4078"/>
                <a:gd name="T69" fmla="*/ 2834 h 4080"/>
                <a:gd name="T70" fmla="*/ 295 w 4078"/>
                <a:gd name="T71" fmla="*/ 3098 h 4080"/>
                <a:gd name="T72" fmla="*/ 466 w 4078"/>
                <a:gd name="T73" fmla="*/ 3338 h 4080"/>
                <a:gd name="T74" fmla="*/ 668 w 4078"/>
                <a:gd name="T75" fmla="*/ 3550 h 4080"/>
                <a:gd name="T76" fmla="*/ 898 w 4078"/>
                <a:gd name="T77" fmla="*/ 3731 h 4080"/>
                <a:gd name="T78" fmla="*/ 1154 w 4078"/>
                <a:gd name="T79" fmla="*/ 3879 h 4080"/>
                <a:gd name="T80" fmla="*/ 1432 w 4078"/>
                <a:gd name="T81" fmla="*/ 3988 h 4080"/>
                <a:gd name="T82" fmla="*/ 1729 w 4078"/>
                <a:gd name="T83" fmla="*/ 4056 h 4080"/>
                <a:gd name="T84" fmla="*/ 2039 w 4078"/>
                <a:gd name="T85" fmla="*/ 4080 h 4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78" h="4080">
                  <a:moveTo>
                    <a:pt x="2039" y="4080"/>
                  </a:moveTo>
                  <a:lnTo>
                    <a:pt x="2144" y="4077"/>
                  </a:lnTo>
                  <a:lnTo>
                    <a:pt x="2247" y="4070"/>
                  </a:lnTo>
                  <a:lnTo>
                    <a:pt x="2349" y="4056"/>
                  </a:lnTo>
                  <a:lnTo>
                    <a:pt x="2450" y="4038"/>
                  </a:lnTo>
                  <a:lnTo>
                    <a:pt x="2549" y="4015"/>
                  </a:lnTo>
                  <a:lnTo>
                    <a:pt x="2646" y="3988"/>
                  </a:lnTo>
                  <a:lnTo>
                    <a:pt x="2740" y="3956"/>
                  </a:lnTo>
                  <a:lnTo>
                    <a:pt x="2833" y="3920"/>
                  </a:lnTo>
                  <a:lnTo>
                    <a:pt x="2922" y="3879"/>
                  </a:lnTo>
                  <a:lnTo>
                    <a:pt x="3011" y="3834"/>
                  </a:lnTo>
                  <a:lnTo>
                    <a:pt x="3096" y="3784"/>
                  </a:lnTo>
                  <a:lnTo>
                    <a:pt x="3178" y="3731"/>
                  </a:lnTo>
                  <a:lnTo>
                    <a:pt x="3259" y="3675"/>
                  </a:lnTo>
                  <a:lnTo>
                    <a:pt x="3336" y="3615"/>
                  </a:lnTo>
                  <a:lnTo>
                    <a:pt x="3410" y="3550"/>
                  </a:lnTo>
                  <a:lnTo>
                    <a:pt x="3480" y="3482"/>
                  </a:lnTo>
                  <a:lnTo>
                    <a:pt x="3548" y="3412"/>
                  </a:lnTo>
                  <a:lnTo>
                    <a:pt x="3612" y="3338"/>
                  </a:lnTo>
                  <a:lnTo>
                    <a:pt x="3673" y="3261"/>
                  </a:lnTo>
                  <a:lnTo>
                    <a:pt x="3730" y="3181"/>
                  </a:lnTo>
                  <a:lnTo>
                    <a:pt x="3783" y="3098"/>
                  </a:lnTo>
                  <a:lnTo>
                    <a:pt x="3832" y="3013"/>
                  </a:lnTo>
                  <a:lnTo>
                    <a:pt x="3877" y="2924"/>
                  </a:lnTo>
                  <a:lnTo>
                    <a:pt x="3917" y="2834"/>
                  </a:lnTo>
                  <a:lnTo>
                    <a:pt x="3954" y="2741"/>
                  </a:lnTo>
                  <a:lnTo>
                    <a:pt x="3986" y="2646"/>
                  </a:lnTo>
                  <a:lnTo>
                    <a:pt x="4014" y="2550"/>
                  </a:lnTo>
                  <a:lnTo>
                    <a:pt x="4037" y="2451"/>
                  </a:lnTo>
                  <a:lnTo>
                    <a:pt x="4055" y="2351"/>
                  </a:lnTo>
                  <a:lnTo>
                    <a:pt x="4067" y="2249"/>
                  </a:lnTo>
                  <a:lnTo>
                    <a:pt x="4076" y="2145"/>
                  </a:lnTo>
                  <a:lnTo>
                    <a:pt x="4078" y="2039"/>
                  </a:lnTo>
                  <a:lnTo>
                    <a:pt x="4076" y="1935"/>
                  </a:lnTo>
                  <a:lnTo>
                    <a:pt x="4067" y="1831"/>
                  </a:lnTo>
                  <a:lnTo>
                    <a:pt x="4055" y="1729"/>
                  </a:lnTo>
                  <a:lnTo>
                    <a:pt x="4037" y="1629"/>
                  </a:lnTo>
                  <a:lnTo>
                    <a:pt x="4014" y="1530"/>
                  </a:lnTo>
                  <a:lnTo>
                    <a:pt x="3986" y="1434"/>
                  </a:lnTo>
                  <a:lnTo>
                    <a:pt x="3954" y="1339"/>
                  </a:lnTo>
                  <a:lnTo>
                    <a:pt x="3917" y="1246"/>
                  </a:lnTo>
                  <a:lnTo>
                    <a:pt x="3877" y="1156"/>
                  </a:lnTo>
                  <a:lnTo>
                    <a:pt x="3832" y="1068"/>
                  </a:lnTo>
                  <a:lnTo>
                    <a:pt x="3783" y="982"/>
                  </a:lnTo>
                  <a:lnTo>
                    <a:pt x="3730" y="899"/>
                  </a:lnTo>
                  <a:lnTo>
                    <a:pt x="3673" y="819"/>
                  </a:lnTo>
                  <a:lnTo>
                    <a:pt x="3612" y="742"/>
                  </a:lnTo>
                  <a:lnTo>
                    <a:pt x="3548" y="668"/>
                  </a:lnTo>
                  <a:lnTo>
                    <a:pt x="3480" y="598"/>
                  </a:lnTo>
                  <a:lnTo>
                    <a:pt x="3410" y="530"/>
                  </a:lnTo>
                  <a:lnTo>
                    <a:pt x="3336" y="465"/>
                  </a:lnTo>
                  <a:lnTo>
                    <a:pt x="3259" y="405"/>
                  </a:lnTo>
                  <a:lnTo>
                    <a:pt x="3178" y="349"/>
                  </a:lnTo>
                  <a:lnTo>
                    <a:pt x="3096" y="296"/>
                  </a:lnTo>
                  <a:lnTo>
                    <a:pt x="3011" y="247"/>
                  </a:lnTo>
                  <a:lnTo>
                    <a:pt x="2922" y="201"/>
                  </a:lnTo>
                  <a:lnTo>
                    <a:pt x="2833" y="160"/>
                  </a:lnTo>
                  <a:lnTo>
                    <a:pt x="2740" y="124"/>
                  </a:lnTo>
                  <a:lnTo>
                    <a:pt x="2646" y="92"/>
                  </a:lnTo>
                  <a:lnTo>
                    <a:pt x="2549" y="65"/>
                  </a:lnTo>
                  <a:lnTo>
                    <a:pt x="2450" y="42"/>
                  </a:lnTo>
                  <a:lnTo>
                    <a:pt x="2349" y="24"/>
                  </a:lnTo>
                  <a:lnTo>
                    <a:pt x="2247" y="10"/>
                  </a:lnTo>
                  <a:lnTo>
                    <a:pt x="2144" y="3"/>
                  </a:lnTo>
                  <a:lnTo>
                    <a:pt x="2039" y="0"/>
                  </a:lnTo>
                  <a:lnTo>
                    <a:pt x="1934" y="3"/>
                  </a:lnTo>
                  <a:lnTo>
                    <a:pt x="1831" y="10"/>
                  </a:lnTo>
                  <a:lnTo>
                    <a:pt x="1729" y="24"/>
                  </a:lnTo>
                  <a:lnTo>
                    <a:pt x="1628" y="42"/>
                  </a:lnTo>
                  <a:lnTo>
                    <a:pt x="1529" y="65"/>
                  </a:lnTo>
                  <a:lnTo>
                    <a:pt x="1432" y="92"/>
                  </a:lnTo>
                  <a:lnTo>
                    <a:pt x="1338" y="124"/>
                  </a:lnTo>
                  <a:lnTo>
                    <a:pt x="1245" y="160"/>
                  </a:lnTo>
                  <a:lnTo>
                    <a:pt x="1154" y="201"/>
                  </a:lnTo>
                  <a:lnTo>
                    <a:pt x="1067" y="247"/>
                  </a:lnTo>
                  <a:lnTo>
                    <a:pt x="982" y="296"/>
                  </a:lnTo>
                  <a:lnTo>
                    <a:pt x="898" y="349"/>
                  </a:lnTo>
                  <a:lnTo>
                    <a:pt x="819" y="405"/>
                  </a:lnTo>
                  <a:lnTo>
                    <a:pt x="742" y="465"/>
                  </a:lnTo>
                  <a:lnTo>
                    <a:pt x="668" y="530"/>
                  </a:lnTo>
                  <a:lnTo>
                    <a:pt x="597" y="598"/>
                  </a:lnTo>
                  <a:lnTo>
                    <a:pt x="530" y="668"/>
                  </a:lnTo>
                  <a:lnTo>
                    <a:pt x="466" y="742"/>
                  </a:lnTo>
                  <a:lnTo>
                    <a:pt x="405" y="819"/>
                  </a:lnTo>
                  <a:lnTo>
                    <a:pt x="348" y="899"/>
                  </a:lnTo>
                  <a:lnTo>
                    <a:pt x="295" y="982"/>
                  </a:lnTo>
                  <a:lnTo>
                    <a:pt x="246" y="1068"/>
                  </a:lnTo>
                  <a:lnTo>
                    <a:pt x="201" y="1156"/>
                  </a:lnTo>
                  <a:lnTo>
                    <a:pt x="161" y="1246"/>
                  </a:lnTo>
                  <a:lnTo>
                    <a:pt x="123" y="1339"/>
                  </a:lnTo>
                  <a:lnTo>
                    <a:pt x="92" y="1434"/>
                  </a:lnTo>
                  <a:lnTo>
                    <a:pt x="64" y="1530"/>
                  </a:lnTo>
                  <a:lnTo>
                    <a:pt x="41" y="1629"/>
                  </a:lnTo>
                  <a:lnTo>
                    <a:pt x="23" y="1729"/>
                  </a:lnTo>
                  <a:lnTo>
                    <a:pt x="11" y="1831"/>
                  </a:lnTo>
                  <a:lnTo>
                    <a:pt x="2" y="1935"/>
                  </a:lnTo>
                  <a:lnTo>
                    <a:pt x="0" y="2039"/>
                  </a:lnTo>
                  <a:lnTo>
                    <a:pt x="2" y="2145"/>
                  </a:lnTo>
                  <a:lnTo>
                    <a:pt x="11" y="2249"/>
                  </a:lnTo>
                  <a:lnTo>
                    <a:pt x="23" y="2351"/>
                  </a:lnTo>
                  <a:lnTo>
                    <a:pt x="41" y="2451"/>
                  </a:lnTo>
                  <a:lnTo>
                    <a:pt x="64" y="2550"/>
                  </a:lnTo>
                  <a:lnTo>
                    <a:pt x="92" y="2646"/>
                  </a:lnTo>
                  <a:lnTo>
                    <a:pt x="123" y="2741"/>
                  </a:lnTo>
                  <a:lnTo>
                    <a:pt x="161" y="2834"/>
                  </a:lnTo>
                  <a:lnTo>
                    <a:pt x="201" y="2924"/>
                  </a:lnTo>
                  <a:lnTo>
                    <a:pt x="246" y="3013"/>
                  </a:lnTo>
                  <a:lnTo>
                    <a:pt x="295" y="3098"/>
                  </a:lnTo>
                  <a:lnTo>
                    <a:pt x="348" y="3181"/>
                  </a:lnTo>
                  <a:lnTo>
                    <a:pt x="405" y="3261"/>
                  </a:lnTo>
                  <a:lnTo>
                    <a:pt x="466" y="3338"/>
                  </a:lnTo>
                  <a:lnTo>
                    <a:pt x="530" y="3412"/>
                  </a:lnTo>
                  <a:lnTo>
                    <a:pt x="597" y="3482"/>
                  </a:lnTo>
                  <a:lnTo>
                    <a:pt x="668" y="3550"/>
                  </a:lnTo>
                  <a:lnTo>
                    <a:pt x="742" y="3615"/>
                  </a:lnTo>
                  <a:lnTo>
                    <a:pt x="819" y="3675"/>
                  </a:lnTo>
                  <a:lnTo>
                    <a:pt x="898" y="3731"/>
                  </a:lnTo>
                  <a:lnTo>
                    <a:pt x="982" y="3784"/>
                  </a:lnTo>
                  <a:lnTo>
                    <a:pt x="1067" y="3834"/>
                  </a:lnTo>
                  <a:lnTo>
                    <a:pt x="1154" y="3879"/>
                  </a:lnTo>
                  <a:lnTo>
                    <a:pt x="1245" y="3920"/>
                  </a:lnTo>
                  <a:lnTo>
                    <a:pt x="1338" y="3956"/>
                  </a:lnTo>
                  <a:lnTo>
                    <a:pt x="1432" y="3988"/>
                  </a:lnTo>
                  <a:lnTo>
                    <a:pt x="1529" y="4015"/>
                  </a:lnTo>
                  <a:lnTo>
                    <a:pt x="1628" y="4038"/>
                  </a:lnTo>
                  <a:lnTo>
                    <a:pt x="1729" y="4056"/>
                  </a:lnTo>
                  <a:lnTo>
                    <a:pt x="1831" y="4070"/>
                  </a:lnTo>
                  <a:lnTo>
                    <a:pt x="1934" y="4077"/>
                  </a:lnTo>
                  <a:lnTo>
                    <a:pt x="2039" y="408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IN" dirty="0">
                <a:solidFill>
                  <a:srgbClr val="4F4F4F"/>
                </a:solidFill>
              </a:endParaRPr>
            </a:p>
          </p:txBody>
        </p:sp>
        <p:sp>
          <p:nvSpPr>
            <p:cNvPr id="9" name="Freeform 6"/>
            <p:cNvSpPr/>
            <p:nvPr userDrawn="1"/>
          </p:nvSpPr>
          <p:spPr bwMode="auto">
            <a:xfrm>
              <a:off x="5986463" y="3351213"/>
              <a:ext cx="215900" cy="176213"/>
            </a:xfrm>
            <a:custGeom>
              <a:avLst/>
              <a:gdLst>
                <a:gd name="T0" fmla="*/ 1926 w 2043"/>
                <a:gd name="T1" fmla="*/ 238 h 1661"/>
                <a:gd name="T2" fmla="*/ 1818 w 2043"/>
                <a:gd name="T3" fmla="*/ 253 h 1661"/>
                <a:gd name="T4" fmla="*/ 1890 w 2043"/>
                <a:gd name="T5" fmla="*/ 192 h 1661"/>
                <a:gd name="T6" fmla="*/ 1947 w 2043"/>
                <a:gd name="T7" fmla="*/ 117 h 1661"/>
                <a:gd name="T8" fmla="*/ 1987 w 2043"/>
                <a:gd name="T9" fmla="*/ 31 h 1661"/>
                <a:gd name="T10" fmla="*/ 1825 w 2043"/>
                <a:gd name="T11" fmla="*/ 105 h 1661"/>
                <a:gd name="T12" fmla="*/ 1690 w 2043"/>
                <a:gd name="T13" fmla="*/ 104 h 1661"/>
                <a:gd name="T14" fmla="*/ 1603 w 2043"/>
                <a:gd name="T15" fmla="*/ 44 h 1661"/>
                <a:gd name="T16" fmla="*/ 1503 w 2043"/>
                <a:gd name="T17" fmla="*/ 9 h 1661"/>
                <a:gd name="T18" fmla="*/ 1393 w 2043"/>
                <a:gd name="T19" fmla="*/ 1 h 1661"/>
                <a:gd name="T20" fmla="*/ 1290 w 2043"/>
                <a:gd name="T21" fmla="*/ 18 h 1661"/>
                <a:gd name="T22" fmla="*/ 1197 w 2043"/>
                <a:gd name="T23" fmla="*/ 61 h 1661"/>
                <a:gd name="T24" fmla="*/ 1118 w 2043"/>
                <a:gd name="T25" fmla="*/ 122 h 1661"/>
                <a:gd name="T26" fmla="*/ 1056 w 2043"/>
                <a:gd name="T27" fmla="*/ 202 h 1661"/>
                <a:gd name="T28" fmla="*/ 1015 w 2043"/>
                <a:gd name="T29" fmla="*/ 294 h 1661"/>
                <a:gd name="T30" fmla="*/ 996 w 2043"/>
                <a:gd name="T31" fmla="*/ 397 h 1661"/>
                <a:gd name="T32" fmla="*/ 1006 w 2043"/>
                <a:gd name="T33" fmla="*/ 515 h 1661"/>
                <a:gd name="T34" fmla="*/ 846 w 2043"/>
                <a:gd name="T35" fmla="*/ 496 h 1661"/>
                <a:gd name="T36" fmla="*/ 693 w 2043"/>
                <a:gd name="T37" fmla="*/ 457 h 1661"/>
                <a:gd name="T38" fmla="*/ 549 w 2043"/>
                <a:gd name="T39" fmla="*/ 398 h 1661"/>
                <a:gd name="T40" fmla="*/ 415 w 2043"/>
                <a:gd name="T41" fmla="*/ 322 h 1661"/>
                <a:gd name="T42" fmla="*/ 293 w 2043"/>
                <a:gd name="T43" fmla="*/ 230 h 1661"/>
                <a:gd name="T44" fmla="*/ 182 w 2043"/>
                <a:gd name="T45" fmla="*/ 124 h 1661"/>
                <a:gd name="T46" fmla="*/ 108 w 2043"/>
                <a:gd name="T47" fmla="*/ 151 h 1661"/>
                <a:gd name="T48" fmla="*/ 86 w 2043"/>
                <a:gd name="T49" fmla="*/ 288 h 1661"/>
                <a:gd name="T50" fmla="*/ 106 w 2043"/>
                <a:gd name="T51" fmla="*/ 418 h 1661"/>
                <a:gd name="T52" fmla="*/ 164 w 2043"/>
                <a:gd name="T53" fmla="*/ 532 h 1661"/>
                <a:gd name="T54" fmla="*/ 252 w 2043"/>
                <a:gd name="T55" fmla="*/ 622 h 1661"/>
                <a:gd name="T56" fmla="*/ 173 w 2043"/>
                <a:gd name="T57" fmla="*/ 621 h 1661"/>
                <a:gd name="T58" fmla="*/ 82 w 2043"/>
                <a:gd name="T59" fmla="*/ 589 h 1661"/>
                <a:gd name="T60" fmla="*/ 93 w 2043"/>
                <a:gd name="T61" fmla="*/ 682 h 1661"/>
                <a:gd name="T62" fmla="*/ 122 w 2043"/>
                <a:gd name="T63" fmla="*/ 767 h 1661"/>
                <a:gd name="T64" fmla="*/ 168 w 2043"/>
                <a:gd name="T65" fmla="*/ 843 h 1661"/>
                <a:gd name="T66" fmla="*/ 228 w 2043"/>
                <a:gd name="T67" fmla="*/ 907 h 1661"/>
                <a:gd name="T68" fmla="*/ 301 w 2043"/>
                <a:gd name="T69" fmla="*/ 957 h 1661"/>
                <a:gd name="T70" fmla="*/ 383 w 2043"/>
                <a:gd name="T71" fmla="*/ 992 h 1661"/>
                <a:gd name="T72" fmla="*/ 336 w 2043"/>
                <a:gd name="T73" fmla="*/ 1015 h 1661"/>
                <a:gd name="T74" fmla="*/ 229 w 2043"/>
                <a:gd name="T75" fmla="*/ 1007 h 1661"/>
                <a:gd name="T76" fmla="*/ 261 w 2043"/>
                <a:gd name="T77" fmla="*/ 1082 h 1661"/>
                <a:gd name="T78" fmla="*/ 307 w 2043"/>
                <a:gd name="T79" fmla="*/ 1148 h 1661"/>
                <a:gd name="T80" fmla="*/ 363 w 2043"/>
                <a:gd name="T81" fmla="*/ 1204 h 1661"/>
                <a:gd name="T82" fmla="*/ 430 w 2043"/>
                <a:gd name="T83" fmla="*/ 1249 h 1661"/>
                <a:gd name="T84" fmla="*/ 505 w 2043"/>
                <a:gd name="T85" fmla="*/ 1280 h 1661"/>
                <a:gd name="T86" fmla="*/ 587 w 2043"/>
                <a:gd name="T87" fmla="*/ 1297 h 1661"/>
                <a:gd name="T88" fmla="*/ 536 w 2043"/>
                <a:gd name="T89" fmla="*/ 1357 h 1661"/>
                <a:gd name="T90" fmla="*/ 380 w 2043"/>
                <a:gd name="T91" fmla="*/ 1431 h 1661"/>
                <a:gd name="T92" fmla="*/ 209 w 2043"/>
                <a:gd name="T93" fmla="*/ 1472 h 1661"/>
                <a:gd name="T94" fmla="*/ 50 w 2043"/>
                <a:gd name="T95" fmla="*/ 1477 h 1661"/>
                <a:gd name="T96" fmla="*/ 108 w 2043"/>
                <a:gd name="T97" fmla="*/ 1534 h 1661"/>
                <a:gd name="T98" fmla="*/ 302 w 2043"/>
                <a:gd name="T99" fmla="*/ 1611 h 1661"/>
                <a:gd name="T100" fmla="*/ 511 w 2043"/>
                <a:gd name="T101" fmla="*/ 1654 h 1661"/>
                <a:gd name="T102" fmla="*/ 783 w 2043"/>
                <a:gd name="T103" fmla="*/ 1653 h 1661"/>
                <a:gd name="T104" fmla="*/ 1098 w 2043"/>
                <a:gd name="T105" fmla="*/ 1577 h 1661"/>
                <a:gd name="T106" fmla="*/ 1359 w 2043"/>
                <a:gd name="T107" fmla="*/ 1429 h 1661"/>
                <a:gd name="T108" fmla="*/ 1564 w 2043"/>
                <a:gd name="T109" fmla="*/ 1228 h 1661"/>
                <a:gd name="T110" fmla="*/ 1714 w 2043"/>
                <a:gd name="T111" fmla="*/ 990 h 1661"/>
                <a:gd name="T112" fmla="*/ 1805 w 2043"/>
                <a:gd name="T113" fmla="*/ 732 h 1661"/>
                <a:gd name="T114" fmla="*/ 1835 w 2043"/>
                <a:gd name="T115" fmla="*/ 468 h 1661"/>
                <a:gd name="T116" fmla="*/ 1864 w 2043"/>
                <a:gd name="T117" fmla="*/ 391 h 1661"/>
                <a:gd name="T118" fmla="*/ 1998 w 2043"/>
                <a:gd name="T119" fmla="*/ 258 h 1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043" h="1661">
                  <a:moveTo>
                    <a:pt x="2043" y="196"/>
                  </a:moveTo>
                  <a:lnTo>
                    <a:pt x="2015" y="209"/>
                  </a:lnTo>
                  <a:lnTo>
                    <a:pt x="1986" y="219"/>
                  </a:lnTo>
                  <a:lnTo>
                    <a:pt x="1957" y="230"/>
                  </a:lnTo>
                  <a:lnTo>
                    <a:pt x="1926" y="238"/>
                  </a:lnTo>
                  <a:lnTo>
                    <a:pt x="1896" y="246"/>
                  </a:lnTo>
                  <a:lnTo>
                    <a:pt x="1865" y="253"/>
                  </a:lnTo>
                  <a:lnTo>
                    <a:pt x="1834" y="258"/>
                  </a:lnTo>
                  <a:lnTo>
                    <a:pt x="1803" y="263"/>
                  </a:lnTo>
                  <a:lnTo>
                    <a:pt x="1818" y="253"/>
                  </a:lnTo>
                  <a:lnTo>
                    <a:pt x="1834" y="242"/>
                  </a:lnTo>
                  <a:lnTo>
                    <a:pt x="1848" y="231"/>
                  </a:lnTo>
                  <a:lnTo>
                    <a:pt x="1863" y="218"/>
                  </a:lnTo>
                  <a:lnTo>
                    <a:pt x="1877" y="206"/>
                  </a:lnTo>
                  <a:lnTo>
                    <a:pt x="1890" y="192"/>
                  </a:lnTo>
                  <a:lnTo>
                    <a:pt x="1903" y="179"/>
                  </a:lnTo>
                  <a:lnTo>
                    <a:pt x="1915" y="164"/>
                  </a:lnTo>
                  <a:lnTo>
                    <a:pt x="1926" y="149"/>
                  </a:lnTo>
                  <a:lnTo>
                    <a:pt x="1937" y="133"/>
                  </a:lnTo>
                  <a:lnTo>
                    <a:pt x="1947" y="117"/>
                  </a:lnTo>
                  <a:lnTo>
                    <a:pt x="1957" y="101"/>
                  </a:lnTo>
                  <a:lnTo>
                    <a:pt x="1965" y="84"/>
                  </a:lnTo>
                  <a:lnTo>
                    <a:pt x="1973" y="66"/>
                  </a:lnTo>
                  <a:lnTo>
                    <a:pt x="1980" y="49"/>
                  </a:lnTo>
                  <a:lnTo>
                    <a:pt x="1987" y="31"/>
                  </a:lnTo>
                  <a:lnTo>
                    <a:pt x="1956" y="49"/>
                  </a:lnTo>
                  <a:lnTo>
                    <a:pt x="1924" y="64"/>
                  </a:lnTo>
                  <a:lnTo>
                    <a:pt x="1892" y="79"/>
                  </a:lnTo>
                  <a:lnTo>
                    <a:pt x="1859" y="92"/>
                  </a:lnTo>
                  <a:lnTo>
                    <a:pt x="1825" y="105"/>
                  </a:lnTo>
                  <a:lnTo>
                    <a:pt x="1791" y="115"/>
                  </a:lnTo>
                  <a:lnTo>
                    <a:pt x="1756" y="125"/>
                  </a:lnTo>
                  <a:lnTo>
                    <a:pt x="1720" y="132"/>
                  </a:lnTo>
                  <a:lnTo>
                    <a:pt x="1706" y="117"/>
                  </a:lnTo>
                  <a:lnTo>
                    <a:pt x="1690" y="104"/>
                  </a:lnTo>
                  <a:lnTo>
                    <a:pt x="1675" y="90"/>
                  </a:lnTo>
                  <a:lnTo>
                    <a:pt x="1657" y="78"/>
                  </a:lnTo>
                  <a:lnTo>
                    <a:pt x="1640" y="65"/>
                  </a:lnTo>
                  <a:lnTo>
                    <a:pt x="1621" y="55"/>
                  </a:lnTo>
                  <a:lnTo>
                    <a:pt x="1603" y="44"/>
                  </a:lnTo>
                  <a:lnTo>
                    <a:pt x="1584" y="36"/>
                  </a:lnTo>
                  <a:lnTo>
                    <a:pt x="1564" y="28"/>
                  </a:lnTo>
                  <a:lnTo>
                    <a:pt x="1544" y="20"/>
                  </a:lnTo>
                  <a:lnTo>
                    <a:pt x="1524" y="14"/>
                  </a:lnTo>
                  <a:lnTo>
                    <a:pt x="1503" y="9"/>
                  </a:lnTo>
                  <a:lnTo>
                    <a:pt x="1481" y="5"/>
                  </a:lnTo>
                  <a:lnTo>
                    <a:pt x="1459" y="3"/>
                  </a:lnTo>
                  <a:lnTo>
                    <a:pt x="1437" y="1"/>
                  </a:lnTo>
                  <a:lnTo>
                    <a:pt x="1414" y="0"/>
                  </a:lnTo>
                  <a:lnTo>
                    <a:pt x="1393" y="1"/>
                  </a:lnTo>
                  <a:lnTo>
                    <a:pt x="1372" y="2"/>
                  </a:lnTo>
                  <a:lnTo>
                    <a:pt x="1351" y="5"/>
                  </a:lnTo>
                  <a:lnTo>
                    <a:pt x="1330" y="9"/>
                  </a:lnTo>
                  <a:lnTo>
                    <a:pt x="1309" y="13"/>
                  </a:lnTo>
                  <a:lnTo>
                    <a:pt x="1290" y="18"/>
                  </a:lnTo>
                  <a:lnTo>
                    <a:pt x="1271" y="26"/>
                  </a:lnTo>
                  <a:lnTo>
                    <a:pt x="1251" y="33"/>
                  </a:lnTo>
                  <a:lnTo>
                    <a:pt x="1233" y="41"/>
                  </a:lnTo>
                  <a:lnTo>
                    <a:pt x="1215" y="51"/>
                  </a:lnTo>
                  <a:lnTo>
                    <a:pt x="1197" y="61"/>
                  </a:lnTo>
                  <a:lnTo>
                    <a:pt x="1180" y="71"/>
                  </a:lnTo>
                  <a:lnTo>
                    <a:pt x="1164" y="83"/>
                  </a:lnTo>
                  <a:lnTo>
                    <a:pt x="1148" y="95"/>
                  </a:lnTo>
                  <a:lnTo>
                    <a:pt x="1132" y="109"/>
                  </a:lnTo>
                  <a:lnTo>
                    <a:pt x="1118" y="122"/>
                  </a:lnTo>
                  <a:lnTo>
                    <a:pt x="1104" y="137"/>
                  </a:lnTo>
                  <a:lnTo>
                    <a:pt x="1091" y="153"/>
                  </a:lnTo>
                  <a:lnTo>
                    <a:pt x="1079" y="168"/>
                  </a:lnTo>
                  <a:lnTo>
                    <a:pt x="1067" y="185"/>
                  </a:lnTo>
                  <a:lnTo>
                    <a:pt x="1056" y="202"/>
                  </a:lnTo>
                  <a:lnTo>
                    <a:pt x="1046" y="219"/>
                  </a:lnTo>
                  <a:lnTo>
                    <a:pt x="1037" y="237"/>
                  </a:lnTo>
                  <a:lnTo>
                    <a:pt x="1028" y="256"/>
                  </a:lnTo>
                  <a:lnTo>
                    <a:pt x="1021" y="276"/>
                  </a:lnTo>
                  <a:lnTo>
                    <a:pt x="1015" y="294"/>
                  </a:lnTo>
                  <a:lnTo>
                    <a:pt x="1009" y="314"/>
                  </a:lnTo>
                  <a:lnTo>
                    <a:pt x="1004" y="335"/>
                  </a:lnTo>
                  <a:lnTo>
                    <a:pt x="1000" y="356"/>
                  </a:lnTo>
                  <a:lnTo>
                    <a:pt x="998" y="377"/>
                  </a:lnTo>
                  <a:lnTo>
                    <a:pt x="996" y="397"/>
                  </a:lnTo>
                  <a:lnTo>
                    <a:pt x="996" y="419"/>
                  </a:lnTo>
                  <a:lnTo>
                    <a:pt x="996" y="444"/>
                  </a:lnTo>
                  <a:lnTo>
                    <a:pt x="998" y="468"/>
                  </a:lnTo>
                  <a:lnTo>
                    <a:pt x="1001" y="491"/>
                  </a:lnTo>
                  <a:lnTo>
                    <a:pt x="1006" y="515"/>
                  </a:lnTo>
                  <a:lnTo>
                    <a:pt x="974" y="513"/>
                  </a:lnTo>
                  <a:lnTo>
                    <a:pt x="942" y="510"/>
                  </a:lnTo>
                  <a:lnTo>
                    <a:pt x="910" y="506"/>
                  </a:lnTo>
                  <a:lnTo>
                    <a:pt x="877" y="501"/>
                  </a:lnTo>
                  <a:lnTo>
                    <a:pt x="846" y="496"/>
                  </a:lnTo>
                  <a:lnTo>
                    <a:pt x="815" y="489"/>
                  </a:lnTo>
                  <a:lnTo>
                    <a:pt x="784" y="483"/>
                  </a:lnTo>
                  <a:lnTo>
                    <a:pt x="754" y="474"/>
                  </a:lnTo>
                  <a:lnTo>
                    <a:pt x="723" y="466"/>
                  </a:lnTo>
                  <a:lnTo>
                    <a:pt x="693" y="457"/>
                  </a:lnTo>
                  <a:lnTo>
                    <a:pt x="664" y="446"/>
                  </a:lnTo>
                  <a:lnTo>
                    <a:pt x="635" y="435"/>
                  </a:lnTo>
                  <a:lnTo>
                    <a:pt x="606" y="423"/>
                  </a:lnTo>
                  <a:lnTo>
                    <a:pt x="577" y="411"/>
                  </a:lnTo>
                  <a:lnTo>
                    <a:pt x="549" y="398"/>
                  </a:lnTo>
                  <a:lnTo>
                    <a:pt x="522" y="384"/>
                  </a:lnTo>
                  <a:lnTo>
                    <a:pt x="494" y="369"/>
                  </a:lnTo>
                  <a:lnTo>
                    <a:pt x="467" y="355"/>
                  </a:lnTo>
                  <a:lnTo>
                    <a:pt x="441" y="339"/>
                  </a:lnTo>
                  <a:lnTo>
                    <a:pt x="415" y="322"/>
                  </a:lnTo>
                  <a:lnTo>
                    <a:pt x="389" y="305"/>
                  </a:lnTo>
                  <a:lnTo>
                    <a:pt x="364" y="287"/>
                  </a:lnTo>
                  <a:lnTo>
                    <a:pt x="339" y="268"/>
                  </a:lnTo>
                  <a:lnTo>
                    <a:pt x="315" y="249"/>
                  </a:lnTo>
                  <a:lnTo>
                    <a:pt x="293" y="230"/>
                  </a:lnTo>
                  <a:lnTo>
                    <a:pt x="270" y="210"/>
                  </a:lnTo>
                  <a:lnTo>
                    <a:pt x="247" y="189"/>
                  </a:lnTo>
                  <a:lnTo>
                    <a:pt x="225" y="167"/>
                  </a:lnTo>
                  <a:lnTo>
                    <a:pt x="203" y="145"/>
                  </a:lnTo>
                  <a:lnTo>
                    <a:pt x="182" y="124"/>
                  </a:lnTo>
                  <a:lnTo>
                    <a:pt x="163" y="101"/>
                  </a:lnTo>
                  <a:lnTo>
                    <a:pt x="143" y="77"/>
                  </a:lnTo>
                  <a:lnTo>
                    <a:pt x="130" y="101"/>
                  </a:lnTo>
                  <a:lnTo>
                    <a:pt x="119" y="125"/>
                  </a:lnTo>
                  <a:lnTo>
                    <a:pt x="108" y="151"/>
                  </a:lnTo>
                  <a:lnTo>
                    <a:pt x="101" y="177"/>
                  </a:lnTo>
                  <a:lnTo>
                    <a:pt x="94" y="204"/>
                  </a:lnTo>
                  <a:lnTo>
                    <a:pt x="90" y="231"/>
                  </a:lnTo>
                  <a:lnTo>
                    <a:pt x="87" y="259"/>
                  </a:lnTo>
                  <a:lnTo>
                    <a:pt x="86" y="288"/>
                  </a:lnTo>
                  <a:lnTo>
                    <a:pt x="87" y="315"/>
                  </a:lnTo>
                  <a:lnTo>
                    <a:pt x="90" y="341"/>
                  </a:lnTo>
                  <a:lnTo>
                    <a:pt x="94" y="367"/>
                  </a:lnTo>
                  <a:lnTo>
                    <a:pt x="99" y="393"/>
                  </a:lnTo>
                  <a:lnTo>
                    <a:pt x="106" y="418"/>
                  </a:lnTo>
                  <a:lnTo>
                    <a:pt x="116" y="442"/>
                  </a:lnTo>
                  <a:lnTo>
                    <a:pt x="125" y="466"/>
                  </a:lnTo>
                  <a:lnTo>
                    <a:pt x="137" y="488"/>
                  </a:lnTo>
                  <a:lnTo>
                    <a:pt x="150" y="510"/>
                  </a:lnTo>
                  <a:lnTo>
                    <a:pt x="164" y="532"/>
                  </a:lnTo>
                  <a:lnTo>
                    <a:pt x="179" y="551"/>
                  </a:lnTo>
                  <a:lnTo>
                    <a:pt x="196" y="570"/>
                  </a:lnTo>
                  <a:lnTo>
                    <a:pt x="214" y="589"/>
                  </a:lnTo>
                  <a:lnTo>
                    <a:pt x="232" y="606"/>
                  </a:lnTo>
                  <a:lnTo>
                    <a:pt x="252" y="622"/>
                  </a:lnTo>
                  <a:lnTo>
                    <a:pt x="273" y="637"/>
                  </a:lnTo>
                  <a:lnTo>
                    <a:pt x="247" y="635"/>
                  </a:lnTo>
                  <a:lnTo>
                    <a:pt x="222" y="632"/>
                  </a:lnTo>
                  <a:lnTo>
                    <a:pt x="197" y="627"/>
                  </a:lnTo>
                  <a:lnTo>
                    <a:pt x="173" y="621"/>
                  </a:lnTo>
                  <a:lnTo>
                    <a:pt x="149" y="614"/>
                  </a:lnTo>
                  <a:lnTo>
                    <a:pt x="126" y="606"/>
                  </a:lnTo>
                  <a:lnTo>
                    <a:pt x="104" y="595"/>
                  </a:lnTo>
                  <a:lnTo>
                    <a:pt x="82" y="584"/>
                  </a:lnTo>
                  <a:lnTo>
                    <a:pt x="82" y="589"/>
                  </a:lnTo>
                  <a:lnTo>
                    <a:pt x="82" y="609"/>
                  </a:lnTo>
                  <a:lnTo>
                    <a:pt x="84" y="627"/>
                  </a:lnTo>
                  <a:lnTo>
                    <a:pt x="87" y="645"/>
                  </a:lnTo>
                  <a:lnTo>
                    <a:pt x="89" y="664"/>
                  </a:lnTo>
                  <a:lnTo>
                    <a:pt x="93" y="682"/>
                  </a:lnTo>
                  <a:lnTo>
                    <a:pt x="97" y="699"/>
                  </a:lnTo>
                  <a:lnTo>
                    <a:pt x="102" y="717"/>
                  </a:lnTo>
                  <a:lnTo>
                    <a:pt x="108" y="734"/>
                  </a:lnTo>
                  <a:lnTo>
                    <a:pt x="115" y="750"/>
                  </a:lnTo>
                  <a:lnTo>
                    <a:pt x="122" y="767"/>
                  </a:lnTo>
                  <a:lnTo>
                    <a:pt x="129" y="783"/>
                  </a:lnTo>
                  <a:lnTo>
                    <a:pt x="139" y="798"/>
                  </a:lnTo>
                  <a:lnTo>
                    <a:pt x="147" y="814"/>
                  </a:lnTo>
                  <a:lnTo>
                    <a:pt x="157" y="828"/>
                  </a:lnTo>
                  <a:lnTo>
                    <a:pt x="168" y="843"/>
                  </a:lnTo>
                  <a:lnTo>
                    <a:pt x="178" y="856"/>
                  </a:lnTo>
                  <a:lnTo>
                    <a:pt x="191" y="870"/>
                  </a:lnTo>
                  <a:lnTo>
                    <a:pt x="202" y="882"/>
                  </a:lnTo>
                  <a:lnTo>
                    <a:pt x="215" y="895"/>
                  </a:lnTo>
                  <a:lnTo>
                    <a:pt x="228" y="907"/>
                  </a:lnTo>
                  <a:lnTo>
                    <a:pt x="242" y="918"/>
                  </a:lnTo>
                  <a:lnTo>
                    <a:pt x="256" y="929"/>
                  </a:lnTo>
                  <a:lnTo>
                    <a:pt x="270" y="939"/>
                  </a:lnTo>
                  <a:lnTo>
                    <a:pt x="285" y="948"/>
                  </a:lnTo>
                  <a:lnTo>
                    <a:pt x="301" y="957"/>
                  </a:lnTo>
                  <a:lnTo>
                    <a:pt x="317" y="966"/>
                  </a:lnTo>
                  <a:lnTo>
                    <a:pt x="332" y="973"/>
                  </a:lnTo>
                  <a:lnTo>
                    <a:pt x="349" y="980"/>
                  </a:lnTo>
                  <a:lnTo>
                    <a:pt x="366" y="987"/>
                  </a:lnTo>
                  <a:lnTo>
                    <a:pt x="383" y="992"/>
                  </a:lnTo>
                  <a:lnTo>
                    <a:pt x="401" y="996"/>
                  </a:lnTo>
                  <a:lnTo>
                    <a:pt x="419" y="1000"/>
                  </a:lnTo>
                  <a:lnTo>
                    <a:pt x="391" y="1006"/>
                  </a:lnTo>
                  <a:lnTo>
                    <a:pt x="364" y="1012"/>
                  </a:lnTo>
                  <a:lnTo>
                    <a:pt x="336" y="1015"/>
                  </a:lnTo>
                  <a:lnTo>
                    <a:pt x="308" y="1015"/>
                  </a:lnTo>
                  <a:lnTo>
                    <a:pt x="288" y="1015"/>
                  </a:lnTo>
                  <a:lnTo>
                    <a:pt x="269" y="1014"/>
                  </a:lnTo>
                  <a:lnTo>
                    <a:pt x="249" y="1011"/>
                  </a:lnTo>
                  <a:lnTo>
                    <a:pt x="229" y="1007"/>
                  </a:lnTo>
                  <a:lnTo>
                    <a:pt x="234" y="1023"/>
                  </a:lnTo>
                  <a:lnTo>
                    <a:pt x="241" y="1039"/>
                  </a:lnTo>
                  <a:lnTo>
                    <a:pt x="247" y="1053"/>
                  </a:lnTo>
                  <a:lnTo>
                    <a:pt x="254" y="1068"/>
                  </a:lnTo>
                  <a:lnTo>
                    <a:pt x="261" y="1082"/>
                  </a:lnTo>
                  <a:lnTo>
                    <a:pt x="270" y="1096"/>
                  </a:lnTo>
                  <a:lnTo>
                    <a:pt x="278" y="1109"/>
                  </a:lnTo>
                  <a:lnTo>
                    <a:pt x="287" y="1123"/>
                  </a:lnTo>
                  <a:lnTo>
                    <a:pt x="297" y="1135"/>
                  </a:lnTo>
                  <a:lnTo>
                    <a:pt x="307" y="1148"/>
                  </a:lnTo>
                  <a:lnTo>
                    <a:pt x="318" y="1160"/>
                  </a:lnTo>
                  <a:lnTo>
                    <a:pt x="328" y="1172"/>
                  </a:lnTo>
                  <a:lnTo>
                    <a:pt x="339" y="1183"/>
                  </a:lnTo>
                  <a:lnTo>
                    <a:pt x="352" y="1194"/>
                  </a:lnTo>
                  <a:lnTo>
                    <a:pt x="363" y="1204"/>
                  </a:lnTo>
                  <a:lnTo>
                    <a:pt x="376" y="1215"/>
                  </a:lnTo>
                  <a:lnTo>
                    <a:pt x="389" y="1224"/>
                  </a:lnTo>
                  <a:lnTo>
                    <a:pt x="403" y="1232"/>
                  </a:lnTo>
                  <a:lnTo>
                    <a:pt x="416" y="1242"/>
                  </a:lnTo>
                  <a:lnTo>
                    <a:pt x="430" y="1249"/>
                  </a:lnTo>
                  <a:lnTo>
                    <a:pt x="445" y="1256"/>
                  </a:lnTo>
                  <a:lnTo>
                    <a:pt x="459" y="1264"/>
                  </a:lnTo>
                  <a:lnTo>
                    <a:pt x="475" y="1270"/>
                  </a:lnTo>
                  <a:lnTo>
                    <a:pt x="489" y="1275"/>
                  </a:lnTo>
                  <a:lnTo>
                    <a:pt x="505" y="1280"/>
                  </a:lnTo>
                  <a:lnTo>
                    <a:pt x="522" y="1285"/>
                  </a:lnTo>
                  <a:lnTo>
                    <a:pt x="537" y="1288"/>
                  </a:lnTo>
                  <a:lnTo>
                    <a:pt x="554" y="1292"/>
                  </a:lnTo>
                  <a:lnTo>
                    <a:pt x="570" y="1295"/>
                  </a:lnTo>
                  <a:lnTo>
                    <a:pt x="587" y="1297"/>
                  </a:lnTo>
                  <a:lnTo>
                    <a:pt x="604" y="1298"/>
                  </a:lnTo>
                  <a:lnTo>
                    <a:pt x="620" y="1299"/>
                  </a:lnTo>
                  <a:lnTo>
                    <a:pt x="593" y="1320"/>
                  </a:lnTo>
                  <a:lnTo>
                    <a:pt x="565" y="1338"/>
                  </a:lnTo>
                  <a:lnTo>
                    <a:pt x="536" y="1357"/>
                  </a:lnTo>
                  <a:lnTo>
                    <a:pt x="507" y="1374"/>
                  </a:lnTo>
                  <a:lnTo>
                    <a:pt x="476" y="1391"/>
                  </a:lnTo>
                  <a:lnTo>
                    <a:pt x="445" y="1405"/>
                  </a:lnTo>
                  <a:lnTo>
                    <a:pt x="413" y="1419"/>
                  </a:lnTo>
                  <a:lnTo>
                    <a:pt x="380" y="1431"/>
                  </a:lnTo>
                  <a:lnTo>
                    <a:pt x="348" y="1442"/>
                  </a:lnTo>
                  <a:lnTo>
                    <a:pt x="313" y="1451"/>
                  </a:lnTo>
                  <a:lnTo>
                    <a:pt x="279" y="1459"/>
                  </a:lnTo>
                  <a:lnTo>
                    <a:pt x="245" y="1465"/>
                  </a:lnTo>
                  <a:lnTo>
                    <a:pt x="209" y="1472"/>
                  </a:lnTo>
                  <a:lnTo>
                    <a:pt x="173" y="1475"/>
                  </a:lnTo>
                  <a:lnTo>
                    <a:pt x="137" y="1477"/>
                  </a:lnTo>
                  <a:lnTo>
                    <a:pt x="100" y="1478"/>
                  </a:lnTo>
                  <a:lnTo>
                    <a:pt x="75" y="1478"/>
                  </a:lnTo>
                  <a:lnTo>
                    <a:pt x="50" y="1477"/>
                  </a:lnTo>
                  <a:lnTo>
                    <a:pt x="25" y="1475"/>
                  </a:lnTo>
                  <a:lnTo>
                    <a:pt x="0" y="1473"/>
                  </a:lnTo>
                  <a:lnTo>
                    <a:pt x="36" y="1494"/>
                  </a:lnTo>
                  <a:lnTo>
                    <a:pt x="72" y="1514"/>
                  </a:lnTo>
                  <a:lnTo>
                    <a:pt x="108" y="1534"/>
                  </a:lnTo>
                  <a:lnTo>
                    <a:pt x="146" y="1552"/>
                  </a:lnTo>
                  <a:lnTo>
                    <a:pt x="184" y="1569"/>
                  </a:lnTo>
                  <a:lnTo>
                    <a:pt x="223" y="1584"/>
                  </a:lnTo>
                  <a:lnTo>
                    <a:pt x="262" y="1599"/>
                  </a:lnTo>
                  <a:lnTo>
                    <a:pt x="302" y="1611"/>
                  </a:lnTo>
                  <a:lnTo>
                    <a:pt x="344" y="1623"/>
                  </a:lnTo>
                  <a:lnTo>
                    <a:pt x="384" y="1632"/>
                  </a:lnTo>
                  <a:lnTo>
                    <a:pt x="426" y="1641"/>
                  </a:lnTo>
                  <a:lnTo>
                    <a:pt x="468" y="1648"/>
                  </a:lnTo>
                  <a:lnTo>
                    <a:pt x="511" y="1654"/>
                  </a:lnTo>
                  <a:lnTo>
                    <a:pt x="555" y="1657"/>
                  </a:lnTo>
                  <a:lnTo>
                    <a:pt x="599" y="1660"/>
                  </a:lnTo>
                  <a:lnTo>
                    <a:pt x="642" y="1661"/>
                  </a:lnTo>
                  <a:lnTo>
                    <a:pt x="714" y="1659"/>
                  </a:lnTo>
                  <a:lnTo>
                    <a:pt x="783" y="1653"/>
                  </a:lnTo>
                  <a:lnTo>
                    <a:pt x="850" y="1645"/>
                  </a:lnTo>
                  <a:lnTo>
                    <a:pt x="915" y="1632"/>
                  </a:lnTo>
                  <a:lnTo>
                    <a:pt x="978" y="1616"/>
                  </a:lnTo>
                  <a:lnTo>
                    <a:pt x="1039" y="1598"/>
                  </a:lnTo>
                  <a:lnTo>
                    <a:pt x="1098" y="1577"/>
                  </a:lnTo>
                  <a:lnTo>
                    <a:pt x="1154" y="1552"/>
                  </a:lnTo>
                  <a:lnTo>
                    <a:pt x="1208" y="1525"/>
                  </a:lnTo>
                  <a:lnTo>
                    <a:pt x="1260" y="1496"/>
                  </a:lnTo>
                  <a:lnTo>
                    <a:pt x="1311" y="1463"/>
                  </a:lnTo>
                  <a:lnTo>
                    <a:pt x="1359" y="1429"/>
                  </a:lnTo>
                  <a:lnTo>
                    <a:pt x="1404" y="1393"/>
                  </a:lnTo>
                  <a:lnTo>
                    <a:pt x="1448" y="1354"/>
                  </a:lnTo>
                  <a:lnTo>
                    <a:pt x="1489" y="1315"/>
                  </a:lnTo>
                  <a:lnTo>
                    <a:pt x="1528" y="1272"/>
                  </a:lnTo>
                  <a:lnTo>
                    <a:pt x="1564" y="1228"/>
                  </a:lnTo>
                  <a:lnTo>
                    <a:pt x="1599" y="1183"/>
                  </a:lnTo>
                  <a:lnTo>
                    <a:pt x="1631" y="1137"/>
                  </a:lnTo>
                  <a:lnTo>
                    <a:pt x="1661" y="1089"/>
                  </a:lnTo>
                  <a:lnTo>
                    <a:pt x="1688" y="1040"/>
                  </a:lnTo>
                  <a:lnTo>
                    <a:pt x="1714" y="990"/>
                  </a:lnTo>
                  <a:lnTo>
                    <a:pt x="1737" y="940"/>
                  </a:lnTo>
                  <a:lnTo>
                    <a:pt x="1757" y="888"/>
                  </a:lnTo>
                  <a:lnTo>
                    <a:pt x="1775" y="836"/>
                  </a:lnTo>
                  <a:lnTo>
                    <a:pt x="1791" y="784"/>
                  </a:lnTo>
                  <a:lnTo>
                    <a:pt x="1805" y="732"/>
                  </a:lnTo>
                  <a:lnTo>
                    <a:pt x="1815" y="678"/>
                  </a:lnTo>
                  <a:lnTo>
                    <a:pt x="1824" y="625"/>
                  </a:lnTo>
                  <a:lnTo>
                    <a:pt x="1830" y="572"/>
                  </a:lnTo>
                  <a:lnTo>
                    <a:pt x="1834" y="520"/>
                  </a:lnTo>
                  <a:lnTo>
                    <a:pt x="1835" y="468"/>
                  </a:lnTo>
                  <a:lnTo>
                    <a:pt x="1835" y="455"/>
                  </a:lnTo>
                  <a:lnTo>
                    <a:pt x="1835" y="441"/>
                  </a:lnTo>
                  <a:lnTo>
                    <a:pt x="1835" y="428"/>
                  </a:lnTo>
                  <a:lnTo>
                    <a:pt x="1834" y="414"/>
                  </a:lnTo>
                  <a:lnTo>
                    <a:pt x="1864" y="391"/>
                  </a:lnTo>
                  <a:lnTo>
                    <a:pt x="1893" y="366"/>
                  </a:lnTo>
                  <a:lnTo>
                    <a:pt x="1921" y="341"/>
                  </a:lnTo>
                  <a:lnTo>
                    <a:pt x="1948" y="314"/>
                  </a:lnTo>
                  <a:lnTo>
                    <a:pt x="1974" y="287"/>
                  </a:lnTo>
                  <a:lnTo>
                    <a:pt x="1998" y="258"/>
                  </a:lnTo>
                  <a:lnTo>
                    <a:pt x="2021" y="228"/>
                  </a:lnTo>
                  <a:lnTo>
                    <a:pt x="2043" y="196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IN" dirty="0">
                <a:solidFill>
                  <a:srgbClr val="4F4F4F"/>
                </a:solidFill>
              </a:endParaRPr>
            </a:p>
          </p:txBody>
        </p:sp>
        <p:sp>
          <p:nvSpPr>
            <p:cNvPr id="10" name="Freeform 7"/>
            <p:cNvSpPr/>
            <p:nvPr userDrawn="1"/>
          </p:nvSpPr>
          <p:spPr bwMode="auto">
            <a:xfrm>
              <a:off x="5213350" y="3213100"/>
              <a:ext cx="431800" cy="431800"/>
            </a:xfrm>
            <a:custGeom>
              <a:avLst/>
              <a:gdLst>
                <a:gd name="T0" fmla="*/ 2248 w 4078"/>
                <a:gd name="T1" fmla="*/ 4070 h 4080"/>
                <a:gd name="T2" fmla="*/ 2548 w 4078"/>
                <a:gd name="T3" fmla="*/ 4015 h 4080"/>
                <a:gd name="T4" fmla="*/ 2833 w 4078"/>
                <a:gd name="T5" fmla="*/ 3920 h 4080"/>
                <a:gd name="T6" fmla="*/ 3096 w 4078"/>
                <a:gd name="T7" fmla="*/ 3784 h 4080"/>
                <a:gd name="T8" fmla="*/ 3336 w 4078"/>
                <a:gd name="T9" fmla="*/ 3615 h 4080"/>
                <a:gd name="T10" fmla="*/ 3549 w 4078"/>
                <a:gd name="T11" fmla="*/ 3412 h 4080"/>
                <a:gd name="T12" fmla="*/ 3730 w 4078"/>
                <a:gd name="T13" fmla="*/ 3181 h 4080"/>
                <a:gd name="T14" fmla="*/ 3877 w 4078"/>
                <a:gd name="T15" fmla="*/ 2924 h 4080"/>
                <a:gd name="T16" fmla="*/ 3987 w 4078"/>
                <a:gd name="T17" fmla="*/ 2646 h 4080"/>
                <a:gd name="T18" fmla="*/ 4054 w 4078"/>
                <a:gd name="T19" fmla="*/ 2351 h 4080"/>
                <a:gd name="T20" fmla="*/ 4078 w 4078"/>
                <a:gd name="T21" fmla="*/ 2039 h 4080"/>
                <a:gd name="T22" fmla="*/ 4054 w 4078"/>
                <a:gd name="T23" fmla="*/ 1729 h 4080"/>
                <a:gd name="T24" fmla="*/ 3987 w 4078"/>
                <a:gd name="T25" fmla="*/ 1434 h 4080"/>
                <a:gd name="T26" fmla="*/ 3877 w 4078"/>
                <a:gd name="T27" fmla="*/ 1156 h 4080"/>
                <a:gd name="T28" fmla="*/ 3730 w 4078"/>
                <a:gd name="T29" fmla="*/ 899 h 4080"/>
                <a:gd name="T30" fmla="*/ 3549 w 4078"/>
                <a:gd name="T31" fmla="*/ 668 h 4080"/>
                <a:gd name="T32" fmla="*/ 3336 w 4078"/>
                <a:gd name="T33" fmla="*/ 465 h 4080"/>
                <a:gd name="T34" fmla="*/ 3096 w 4078"/>
                <a:gd name="T35" fmla="*/ 296 h 4080"/>
                <a:gd name="T36" fmla="*/ 2833 w 4078"/>
                <a:gd name="T37" fmla="*/ 160 h 4080"/>
                <a:gd name="T38" fmla="*/ 2548 w 4078"/>
                <a:gd name="T39" fmla="*/ 65 h 4080"/>
                <a:gd name="T40" fmla="*/ 2248 w 4078"/>
                <a:gd name="T41" fmla="*/ 10 h 4080"/>
                <a:gd name="T42" fmla="*/ 1935 w 4078"/>
                <a:gd name="T43" fmla="*/ 3 h 4080"/>
                <a:gd name="T44" fmla="*/ 1628 w 4078"/>
                <a:gd name="T45" fmla="*/ 42 h 4080"/>
                <a:gd name="T46" fmla="*/ 1338 w 4078"/>
                <a:gd name="T47" fmla="*/ 124 h 4080"/>
                <a:gd name="T48" fmla="*/ 1067 w 4078"/>
                <a:gd name="T49" fmla="*/ 247 h 4080"/>
                <a:gd name="T50" fmla="*/ 819 w 4078"/>
                <a:gd name="T51" fmla="*/ 405 h 4080"/>
                <a:gd name="T52" fmla="*/ 597 w 4078"/>
                <a:gd name="T53" fmla="*/ 598 h 4080"/>
                <a:gd name="T54" fmla="*/ 405 w 4078"/>
                <a:gd name="T55" fmla="*/ 819 h 4080"/>
                <a:gd name="T56" fmla="*/ 246 w 4078"/>
                <a:gd name="T57" fmla="*/ 1067 h 4080"/>
                <a:gd name="T58" fmla="*/ 124 w 4078"/>
                <a:gd name="T59" fmla="*/ 1339 h 4080"/>
                <a:gd name="T60" fmla="*/ 42 w 4078"/>
                <a:gd name="T61" fmla="*/ 1629 h 4080"/>
                <a:gd name="T62" fmla="*/ 3 w 4078"/>
                <a:gd name="T63" fmla="*/ 1935 h 4080"/>
                <a:gd name="T64" fmla="*/ 10 w 4078"/>
                <a:gd name="T65" fmla="*/ 2249 h 4080"/>
                <a:gd name="T66" fmla="*/ 65 w 4078"/>
                <a:gd name="T67" fmla="*/ 2550 h 4080"/>
                <a:gd name="T68" fmla="*/ 160 w 4078"/>
                <a:gd name="T69" fmla="*/ 2834 h 4080"/>
                <a:gd name="T70" fmla="*/ 296 w 4078"/>
                <a:gd name="T71" fmla="*/ 3098 h 4080"/>
                <a:gd name="T72" fmla="*/ 465 w 4078"/>
                <a:gd name="T73" fmla="*/ 3338 h 4080"/>
                <a:gd name="T74" fmla="*/ 668 w 4078"/>
                <a:gd name="T75" fmla="*/ 3550 h 4080"/>
                <a:gd name="T76" fmla="*/ 899 w 4078"/>
                <a:gd name="T77" fmla="*/ 3731 h 4080"/>
                <a:gd name="T78" fmla="*/ 1155 w 4078"/>
                <a:gd name="T79" fmla="*/ 3879 h 4080"/>
                <a:gd name="T80" fmla="*/ 1433 w 4078"/>
                <a:gd name="T81" fmla="*/ 3988 h 4080"/>
                <a:gd name="T82" fmla="*/ 1728 w 4078"/>
                <a:gd name="T83" fmla="*/ 4056 h 4080"/>
                <a:gd name="T84" fmla="*/ 2039 w 4078"/>
                <a:gd name="T85" fmla="*/ 4080 h 4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78" h="4080">
                  <a:moveTo>
                    <a:pt x="2039" y="4080"/>
                  </a:moveTo>
                  <a:lnTo>
                    <a:pt x="2144" y="4077"/>
                  </a:lnTo>
                  <a:lnTo>
                    <a:pt x="2248" y="4070"/>
                  </a:lnTo>
                  <a:lnTo>
                    <a:pt x="2350" y="4056"/>
                  </a:lnTo>
                  <a:lnTo>
                    <a:pt x="2450" y="4038"/>
                  </a:lnTo>
                  <a:lnTo>
                    <a:pt x="2548" y="4015"/>
                  </a:lnTo>
                  <a:lnTo>
                    <a:pt x="2645" y="3988"/>
                  </a:lnTo>
                  <a:lnTo>
                    <a:pt x="2740" y="3956"/>
                  </a:lnTo>
                  <a:lnTo>
                    <a:pt x="2833" y="3920"/>
                  </a:lnTo>
                  <a:lnTo>
                    <a:pt x="2923" y="3879"/>
                  </a:lnTo>
                  <a:lnTo>
                    <a:pt x="3011" y="3833"/>
                  </a:lnTo>
                  <a:lnTo>
                    <a:pt x="3096" y="3784"/>
                  </a:lnTo>
                  <a:lnTo>
                    <a:pt x="3179" y="3731"/>
                  </a:lnTo>
                  <a:lnTo>
                    <a:pt x="3259" y="3675"/>
                  </a:lnTo>
                  <a:lnTo>
                    <a:pt x="3336" y="3615"/>
                  </a:lnTo>
                  <a:lnTo>
                    <a:pt x="3410" y="3550"/>
                  </a:lnTo>
                  <a:lnTo>
                    <a:pt x="3481" y="3482"/>
                  </a:lnTo>
                  <a:lnTo>
                    <a:pt x="3549" y="3412"/>
                  </a:lnTo>
                  <a:lnTo>
                    <a:pt x="3612" y="3338"/>
                  </a:lnTo>
                  <a:lnTo>
                    <a:pt x="3673" y="3261"/>
                  </a:lnTo>
                  <a:lnTo>
                    <a:pt x="3730" y="3181"/>
                  </a:lnTo>
                  <a:lnTo>
                    <a:pt x="3783" y="3098"/>
                  </a:lnTo>
                  <a:lnTo>
                    <a:pt x="3832" y="3012"/>
                  </a:lnTo>
                  <a:lnTo>
                    <a:pt x="3877" y="2924"/>
                  </a:lnTo>
                  <a:lnTo>
                    <a:pt x="3918" y="2834"/>
                  </a:lnTo>
                  <a:lnTo>
                    <a:pt x="3954" y="2741"/>
                  </a:lnTo>
                  <a:lnTo>
                    <a:pt x="3987" y="2646"/>
                  </a:lnTo>
                  <a:lnTo>
                    <a:pt x="4014" y="2550"/>
                  </a:lnTo>
                  <a:lnTo>
                    <a:pt x="4037" y="2451"/>
                  </a:lnTo>
                  <a:lnTo>
                    <a:pt x="4054" y="2351"/>
                  </a:lnTo>
                  <a:lnTo>
                    <a:pt x="4068" y="2249"/>
                  </a:lnTo>
                  <a:lnTo>
                    <a:pt x="4075" y="2145"/>
                  </a:lnTo>
                  <a:lnTo>
                    <a:pt x="4078" y="2039"/>
                  </a:lnTo>
                  <a:lnTo>
                    <a:pt x="4075" y="1935"/>
                  </a:lnTo>
                  <a:lnTo>
                    <a:pt x="4068" y="1831"/>
                  </a:lnTo>
                  <a:lnTo>
                    <a:pt x="4054" y="1729"/>
                  </a:lnTo>
                  <a:lnTo>
                    <a:pt x="4037" y="1629"/>
                  </a:lnTo>
                  <a:lnTo>
                    <a:pt x="4014" y="1530"/>
                  </a:lnTo>
                  <a:lnTo>
                    <a:pt x="3987" y="1434"/>
                  </a:lnTo>
                  <a:lnTo>
                    <a:pt x="3954" y="1339"/>
                  </a:lnTo>
                  <a:lnTo>
                    <a:pt x="3918" y="1246"/>
                  </a:lnTo>
                  <a:lnTo>
                    <a:pt x="3877" y="1156"/>
                  </a:lnTo>
                  <a:lnTo>
                    <a:pt x="3832" y="1067"/>
                  </a:lnTo>
                  <a:lnTo>
                    <a:pt x="3783" y="982"/>
                  </a:lnTo>
                  <a:lnTo>
                    <a:pt x="3730" y="899"/>
                  </a:lnTo>
                  <a:lnTo>
                    <a:pt x="3673" y="819"/>
                  </a:lnTo>
                  <a:lnTo>
                    <a:pt x="3612" y="742"/>
                  </a:lnTo>
                  <a:lnTo>
                    <a:pt x="3549" y="668"/>
                  </a:lnTo>
                  <a:lnTo>
                    <a:pt x="3481" y="598"/>
                  </a:lnTo>
                  <a:lnTo>
                    <a:pt x="3410" y="530"/>
                  </a:lnTo>
                  <a:lnTo>
                    <a:pt x="3336" y="465"/>
                  </a:lnTo>
                  <a:lnTo>
                    <a:pt x="3259" y="405"/>
                  </a:lnTo>
                  <a:lnTo>
                    <a:pt x="3179" y="349"/>
                  </a:lnTo>
                  <a:lnTo>
                    <a:pt x="3096" y="296"/>
                  </a:lnTo>
                  <a:lnTo>
                    <a:pt x="3011" y="247"/>
                  </a:lnTo>
                  <a:lnTo>
                    <a:pt x="2923" y="201"/>
                  </a:lnTo>
                  <a:lnTo>
                    <a:pt x="2833" y="160"/>
                  </a:lnTo>
                  <a:lnTo>
                    <a:pt x="2740" y="124"/>
                  </a:lnTo>
                  <a:lnTo>
                    <a:pt x="2645" y="92"/>
                  </a:lnTo>
                  <a:lnTo>
                    <a:pt x="2548" y="65"/>
                  </a:lnTo>
                  <a:lnTo>
                    <a:pt x="2450" y="42"/>
                  </a:lnTo>
                  <a:lnTo>
                    <a:pt x="2350" y="24"/>
                  </a:lnTo>
                  <a:lnTo>
                    <a:pt x="2248" y="10"/>
                  </a:lnTo>
                  <a:lnTo>
                    <a:pt x="2144" y="3"/>
                  </a:lnTo>
                  <a:lnTo>
                    <a:pt x="2039" y="0"/>
                  </a:lnTo>
                  <a:lnTo>
                    <a:pt x="1935" y="3"/>
                  </a:lnTo>
                  <a:lnTo>
                    <a:pt x="1830" y="10"/>
                  </a:lnTo>
                  <a:lnTo>
                    <a:pt x="1728" y="24"/>
                  </a:lnTo>
                  <a:lnTo>
                    <a:pt x="1628" y="42"/>
                  </a:lnTo>
                  <a:lnTo>
                    <a:pt x="1530" y="65"/>
                  </a:lnTo>
                  <a:lnTo>
                    <a:pt x="1433" y="92"/>
                  </a:lnTo>
                  <a:lnTo>
                    <a:pt x="1338" y="124"/>
                  </a:lnTo>
                  <a:lnTo>
                    <a:pt x="1246" y="160"/>
                  </a:lnTo>
                  <a:lnTo>
                    <a:pt x="1155" y="201"/>
                  </a:lnTo>
                  <a:lnTo>
                    <a:pt x="1067" y="247"/>
                  </a:lnTo>
                  <a:lnTo>
                    <a:pt x="981" y="296"/>
                  </a:lnTo>
                  <a:lnTo>
                    <a:pt x="899" y="349"/>
                  </a:lnTo>
                  <a:lnTo>
                    <a:pt x="819" y="405"/>
                  </a:lnTo>
                  <a:lnTo>
                    <a:pt x="742" y="465"/>
                  </a:lnTo>
                  <a:lnTo>
                    <a:pt x="668" y="530"/>
                  </a:lnTo>
                  <a:lnTo>
                    <a:pt x="597" y="598"/>
                  </a:lnTo>
                  <a:lnTo>
                    <a:pt x="530" y="668"/>
                  </a:lnTo>
                  <a:lnTo>
                    <a:pt x="465" y="742"/>
                  </a:lnTo>
                  <a:lnTo>
                    <a:pt x="405" y="819"/>
                  </a:lnTo>
                  <a:lnTo>
                    <a:pt x="349" y="899"/>
                  </a:lnTo>
                  <a:lnTo>
                    <a:pt x="296" y="982"/>
                  </a:lnTo>
                  <a:lnTo>
                    <a:pt x="246" y="1067"/>
                  </a:lnTo>
                  <a:lnTo>
                    <a:pt x="201" y="1156"/>
                  </a:lnTo>
                  <a:lnTo>
                    <a:pt x="160" y="1246"/>
                  </a:lnTo>
                  <a:lnTo>
                    <a:pt x="124" y="1339"/>
                  </a:lnTo>
                  <a:lnTo>
                    <a:pt x="92" y="1434"/>
                  </a:lnTo>
                  <a:lnTo>
                    <a:pt x="65" y="1530"/>
                  </a:lnTo>
                  <a:lnTo>
                    <a:pt x="42" y="1629"/>
                  </a:lnTo>
                  <a:lnTo>
                    <a:pt x="24" y="1729"/>
                  </a:lnTo>
                  <a:lnTo>
                    <a:pt x="10" y="1831"/>
                  </a:lnTo>
                  <a:lnTo>
                    <a:pt x="3" y="1935"/>
                  </a:lnTo>
                  <a:lnTo>
                    <a:pt x="0" y="2039"/>
                  </a:lnTo>
                  <a:lnTo>
                    <a:pt x="3" y="2145"/>
                  </a:lnTo>
                  <a:lnTo>
                    <a:pt x="10" y="2249"/>
                  </a:lnTo>
                  <a:lnTo>
                    <a:pt x="24" y="2351"/>
                  </a:lnTo>
                  <a:lnTo>
                    <a:pt x="42" y="2451"/>
                  </a:lnTo>
                  <a:lnTo>
                    <a:pt x="65" y="2550"/>
                  </a:lnTo>
                  <a:lnTo>
                    <a:pt x="92" y="2646"/>
                  </a:lnTo>
                  <a:lnTo>
                    <a:pt x="124" y="2741"/>
                  </a:lnTo>
                  <a:lnTo>
                    <a:pt x="160" y="2834"/>
                  </a:lnTo>
                  <a:lnTo>
                    <a:pt x="201" y="2924"/>
                  </a:lnTo>
                  <a:lnTo>
                    <a:pt x="246" y="3012"/>
                  </a:lnTo>
                  <a:lnTo>
                    <a:pt x="296" y="3098"/>
                  </a:lnTo>
                  <a:lnTo>
                    <a:pt x="349" y="3181"/>
                  </a:lnTo>
                  <a:lnTo>
                    <a:pt x="405" y="3261"/>
                  </a:lnTo>
                  <a:lnTo>
                    <a:pt x="465" y="3338"/>
                  </a:lnTo>
                  <a:lnTo>
                    <a:pt x="530" y="3412"/>
                  </a:lnTo>
                  <a:lnTo>
                    <a:pt x="597" y="3482"/>
                  </a:lnTo>
                  <a:lnTo>
                    <a:pt x="668" y="3550"/>
                  </a:lnTo>
                  <a:lnTo>
                    <a:pt x="742" y="3615"/>
                  </a:lnTo>
                  <a:lnTo>
                    <a:pt x="819" y="3675"/>
                  </a:lnTo>
                  <a:lnTo>
                    <a:pt x="899" y="3731"/>
                  </a:lnTo>
                  <a:lnTo>
                    <a:pt x="981" y="3784"/>
                  </a:lnTo>
                  <a:lnTo>
                    <a:pt x="1067" y="3833"/>
                  </a:lnTo>
                  <a:lnTo>
                    <a:pt x="1155" y="3879"/>
                  </a:lnTo>
                  <a:lnTo>
                    <a:pt x="1246" y="3920"/>
                  </a:lnTo>
                  <a:lnTo>
                    <a:pt x="1338" y="3956"/>
                  </a:lnTo>
                  <a:lnTo>
                    <a:pt x="1433" y="3988"/>
                  </a:lnTo>
                  <a:lnTo>
                    <a:pt x="1530" y="4015"/>
                  </a:lnTo>
                  <a:lnTo>
                    <a:pt x="1628" y="4038"/>
                  </a:lnTo>
                  <a:lnTo>
                    <a:pt x="1728" y="4056"/>
                  </a:lnTo>
                  <a:lnTo>
                    <a:pt x="1830" y="4070"/>
                  </a:lnTo>
                  <a:lnTo>
                    <a:pt x="1935" y="4077"/>
                  </a:lnTo>
                  <a:lnTo>
                    <a:pt x="2039" y="4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IN" dirty="0">
                <a:solidFill>
                  <a:srgbClr val="4F4F4F"/>
                </a:solidFill>
              </a:endParaRPr>
            </a:p>
          </p:txBody>
        </p:sp>
        <p:sp>
          <p:nvSpPr>
            <p:cNvPr id="11" name="Freeform 8"/>
            <p:cNvSpPr>
              <a:spLocks noEditPoints="1"/>
            </p:cNvSpPr>
            <p:nvPr userDrawn="1"/>
          </p:nvSpPr>
          <p:spPr bwMode="auto">
            <a:xfrm>
              <a:off x="5321300" y="3321050"/>
              <a:ext cx="215900" cy="198438"/>
            </a:xfrm>
            <a:custGeom>
              <a:avLst/>
              <a:gdLst>
                <a:gd name="T0" fmla="*/ 448 w 2038"/>
                <a:gd name="T1" fmla="*/ 1873 h 1873"/>
                <a:gd name="T2" fmla="*/ 210 w 2038"/>
                <a:gd name="T3" fmla="*/ 441 h 1873"/>
                <a:gd name="T4" fmla="*/ 150 w 2038"/>
                <a:gd name="T5" fmla="*/ 428 h 1873"/>
                <a:gd name="T6" fmla="*/ 99 w 2038"/>
                <a:gd name="T7" fmla="*/ 404 h 1873"/>
                <a:gd name="T8" fmla="*/ 57 w 2038"/>
                <a:gd name="T9" fmla="*/ 370 h 1873"/>
                <a:gd name="T10" fmla="*/ 26 w 2038"/>
                <a:gd name="T11" fmla="*/ 327 h 1873"/>
                <a:gd name="T12" fmla="*/ 6 w 2038"/>
                <a:gd name="T13" fmla="*/ 276 h 1873"/>
                <a:gd name="T14" fmla="*/ 0 w 2038"/>
                <a:gd name="T15" fmla="*/ 221 h 1873"/>
                <a:gd name="T16" fmla="*/ 6 w 2038"/>
                <a:gd name="T17" fmla="*/ 165 h 1873"/>
                <a:gd name="T18" fmla="*/ 26 w 2038"/>
                <a:gd name="T19" fmla="*/ 114 h 1873"/>
                <a:gd name="T20" fmla="*/ 58 w 2038"/>
                <a:gd name="T21" fmla="*/ 71 h 1873"/>
                <a:gd name="T22" fmla="*/ 101 w 2038"/>
                <a:gd name="T23" fmla="*/ 37 h 1873"/>
                <a:gd name="T24" fmla="*/ 154 w 2038"/>
                <a:gd name="T25" fmla="*/ 13 h 1873"/>
                <a:gd name="T26" fmla="*/ 215 w 2038"/>
                <a:gd name="T27" fmla="*/ 1 h 1873"/>
                <a:gd name="T28" fmla="*/ 282 w 2038"/>
                <a:gd name="T29" fmla="*/ 2 h 1873"/>
                <a:gd name="T30" fmla="*/ 341 w 2038"/>
                <a:gd name="T31" fmla="*/ 17 h 1873"/>
                <a:gd name="T32" fmla="*/ 391 w 2038"/>
                <a:gd name="T33" fmla="*/ 43 h 1873"/>
                <a:gd name="T34" fmla="*/ 431 w 2038"/>
                <a:gd name="T35" fmla="*/ 78 h 1873"/>
                <a:gd name="T36" fmla="*/ 460 w 2038"/>
                <a:gd name="T37" fmla="*/ 123 h 1873"/>
                <a:gd name="T38" fmla="*/ 476 w 2038"/>
                <a:gd name="T39" fmla="*/ 175 h 1873"/>
                <a:gd name="T40" fmla="*/ 480 w 2038"/>
                <a:gd name="T41" fmla="*/ 254 h 1873"/>
                <a:gd name="T42" fmla="*/ 465 w 2038"/>
                <a:gd name="T43" fmla="*/ 307 h 1873"/>
                <a:gd name="T44" fmla="*/ 438 w 2038"/>
                <a:gd name="T45" fmla="*/ 353 h 1873"/>
                <a:gd name="T46" fmla="*/ 400 w 2038"/>
                <a:gd name="T47" fmla="*/ 392 h 1873"/>
                <a:gd name="T48" fmla="*/ 352 w 2038"/>
                <a:gd name="T49" fmla="*/ 420 h 1873"/>
                <a:gd name="T50" fmla="*/ 292 w 2038"/>
                <a:gd name="T51" fmla="*/ 438 h 1873"/>
                <a:gd name="T52" fmla="*/ 2038 w 2038"/>
                <a:gd name="T53" fmla="*/ 1873 h 1873"/>
                <a:gd name="T54" fmla="*/ 1585 w 2038"/>
                <a:gd name="T55" fmla="*/ 1153 h 1873"/>
                <a:gd name="T56" fmla="*/ 1562 w 2038"/>
                <a:gd name="T57" fmla="*/ 1059 h 1873"/>
                <a:gd name="T58" fmla="*/ 1534 w 2038"/>
                <a:gd name="T59" fmla="*/ 1005 h 1873"/>
                <a:gd name="T60" fmla="*/ 1493 w 2038"/>
                <a:gd name="T61" fmla="*/ 964 h 1873"/>
                <a:gd name="T62" fmla="*/ 1441 w 2038"/>
                <a:gd name="T63" fmla="*/ 936 h 1873"/>
                <a:gd name="T64" fmla="*/ 1377 w 2038"/>
                <a:gd name="T65" fmla="*/ 925 h 1873"/>
                <a:gd name="T66" fmla="*/ 1283 w 2038"/>
                <a:gd name="T67" fmla="*/ 938 h 1873"/>
                <a:gd name="T68" fmla="*/ 1209 w 2038"/>
                <a:gd name="T69" fmla="*/ 985 h 1873"/>
                <a:gd name="T70" fmla="*/ 1160 w 2038"/>
                <a:gd name="T71" fmla="*/ 1052 h 1873"/>
                <a:gd name="T72" fmla="*/ 1139 w 2038"/>
                <a:gd name="T73" fmla="*/ 1115 h 1873"/>
                <a:gd name="T74" fmla="*/ 691 w 2038"/>
                <a:gd name="T75" fmla="*/ 1873 h 1873"/>
                <a:gd name="T76" fmla="*/ 692 w 2038"/>
                <a:gd name="T77" fmla="*/ 1599 h 1873"/>
                <a:gd name="T78" fmla="*/ 694 w 2038"/>
                <a:gd name="T79" fmla="*/ 1050 h 1873"/>
                <a:gd name="T80" fmla="*/ 692 w 2038"/>
                <a:gd name="T81" fmla="*/ 632 h 1873"/>
                <a:gd name="T82" fmla="*/ 1143 w 2038"/>
                <a:gd name="T83" fmla="*/ 783 h 1873"/>
                <a:gd name="T84" fmla="*/ 1195 w 2038"/>
                <a:gd name="T85" fmla="*/ 712 h 1873"/>
                <a:gd name="T86" fmla="*/ 1287 w 2038"/>
                <a:gd name="T87" fmla="*/ 647 h 1873"/>
                <a:gd name="T88" fmla="*/ 1363 w 2038"/>
                <a:gd name="T89" fmla="*/ 614 h 1873"/>
                <a:gd name="T90" fmla="*/ 1453 w 2038"/>
                <a:gd name="T91" fmla="*/ 594 h 1873"/>
                <a:gd name="T92" fmla="*/ 1561 w 2038"/>
                <a:gd name="T93" fmla="*/ 588 h 1873"/>
                <a:gd name="T94" fmla="*/ 1686 w 2038"/>
                <a:gd name="T95" fmla="*/ 608 h 1873"/>
                <a:gd name="T96" fmla="*/ 1797 w 2038"/>
                <a:gd name="T97" fmla="*/ 654 h 1873"/>
                <a:gd name="T98" fmla="*/ 1893 w 2038"/>
                <a:gd name="T99" fmla="*/ 729 h 1873"/>
                <a:gd name="T100" fmla="*/ 1967 w 2038"/>
                <a:gd name="T101" fmla="*/ 833 h 1873"/>
                <a:gd name="T102" fmla="*/ 2017 w 2038"/>
                <a:gd name="T103" fmla="*/ 966 h 1873"/>
                <a:gd name="T104" fmla="*/ 2037 w 2038"/>
                <a:gd name="T105" fmla="*/ 1129 h 1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38" h="1873">
                  <a:moveTo>
                    <a:pt x="448" y="1873"/>
                  </a:moveTo>
                  <a:lnTo>
                    <a:pt x="51" y="1873"/>
                  </a:lnTo>
                  <a:lnTo>
                    <a:pt x="51" y="601"/>
                  </a:lnTo>
                  <a:lnTo>
                    <a:pt x="448" y="601"/>
                  </a:lnTo>
                  <a:lnTo>
                    <a:pt x="448" y="1873"/>
                  </a:lnTo>
                  <a:close/>
                  <a:moveTo>
                    <a:pt x="239" y="442"/>
                  </a:moveTo>
                  <a:lnTo>
                    <a:pt x="239" y="442"/>
                  </a:lnTo>
                  <a:lnTo>
                    <a:pt x="237" y="442"/>
                  </a:lnTo>
                  <a:lnTo>
                    <a:pt x="224" y="442"/>
                  </a:lnTo>
                  <a:lnTo>
                    <a:pt x="210" y="441"/>
                  </a:lnTo>
                  <a:lnTo>
                    <a:pt x="198" y="439"/>
                  </a:lnTo>
                  <a:lnTo>
                    <a:pt x="185" y="438"/>
                  </a:lnTo>
                  <a:lnTo>
                    <a:pt x="173" y="434"/>
                  </a:lnTo>
                  <a:lnTo>
                    <a:pt x="161" y="431"/>
                  </a:lnTo>
                  <a:lnTo>
                    <a:pt x="150" y="428"/>
                  </a:lnTo>
                  <a:lnTo>
                    <a:pt x="139" y="424"/>
                  </a:lnTo>
                  <a:lnTo>
                    <a:pt x="128" y="420"/>
                  </a:lnTo>
                  <a:lnTo>
                    <a:pt x="117" y="416"/>
                  </a:lnTo>
                  <a:lnTo>
                    <a:pt x="108" y="409"/>
                  </a:lnTo>
                  <a:lnTo>
                    <a:pt x="99" y="404"/>
                  </a:lnTo>
                  <a:lnTo>
                    <a:pt x="89" y="398"/>
                  </a:lnTo>
                  <a:lnTo>
                    <a:pt x="80" y="392"/>
                  </a:lnTo>
                  <a:lnTo>
                    <a:pt x="72" y="384"/>
                  </a:lnTo>
                  <a:lnTo>
                    <a:pt x="64" y="377"/>
                  </a:lnTo>
                  <a:lnTo>
                    <a:pt x="57" y="370"/>
                  </a:lnTo>
                  <a:lnTo>
                    <a:pt x="50" y="362"/>
                  </a:lnTo>
                  <a:lnTo>
                    <a:pt x="42" y="353"/>
                  </a:lnTo>
                  <a:lnTo>
                    <a:pt x="36" y="345"/>
                  </a:lnTo>
                  <a:lnTo>
                    <a:pt x="31" y="335"/>
                  </a:lnTo>
                  <a:lnTo>
                    <a:pt x="26" y="327"/>
                  </a:lnTo>
                  <a:lnTo>
                    <a:pt x="21" y="317"/>
                  </a:lnTo>
                  <a:lnTo>
                    <a:pt x="16" y="307"/>
                  </a:lnTo>
                  <a:lnTo>
                    <a:pt x="12" y="297"/>
                  </a:lnTo>
                  <a:lnTo>
                    <a:pt x="9" y="287"/>
                  </a:lnTo>
                  <a:lnTo>
                    <a:pt x="6" y="276"/>
                  </a:lnTo>
                  <a:lnTo>
                    <a:pt x="4" y="266"/>
                  </a:lnTo>
                  <a:lnTo>
                    <a:pt x="2" y="255"/>
                  </a:lnTo>
                  <a:lnTo>
                    <a:pt x="1" y="244"/>
                  </a:lnTo>
                  <a:lnTo>
                    <a:pt x="0" y="232"/>
                  </a:lnTo>
                  <a:lnTo>
                    <a:pt x="0" y="221"/>
                  </a:lnTo>
                  <a:lnTo>
                    <a:pt x="0" y="210"/>
                  </a:lnTo>
                  <a:lnTo>
                    <a:pt x="1" y="198"/>
                  </a:lnTo>
                  <a:lnTo>
                    <a:pt x="2" y="187"/>
                  </a:lnTo>
                  <a:lnTo>
                    <a:pt x="4" y="175"/>
                  </a:lnTo>
                  <a:lnTo>
                    <a:pt x="6" y="165"/>
                  </a:lnTo>
                  <a:lnTo>
                    <a:pt x="9" y="154"/>
                  </a:lnTo>
                  <a:lnTo>
                    <a:pt x="12" y="144"/>
                  </a:lnTo>
                  <a:lnTo>
                    <a:pt x="16" y="134"/>
                  </a:lnTo>
                  <a:lnTo>
                    <a:pt x="22" y="123"/>
                  </a:lnTo>
                  <a:lnTo>
                    <a:pt x="26" y="114"/>
                  </a:lnTo>
                  <a:lnTo>
                    <a:pt x="32" y="104"/>
                  </a:lnTo>
                  <a:lnTo>
                    <a:pt x="37" y="96"/>
                  </a:lnTo>
                  <a:lnTo>
                    <a:pt x="44" y="88"/>
                  </a:lnTo>
                  <a:lnTo>
                    <a:pt x="51" y="79"/>
                  </a:lnTo>
                  <a:lnTo>
                    <a:pt x="58" y="71"/>
                  </a:lnTo>
                  <a:lnTo>
                    <a:pt x="65" y="64"/>
                  </a:lnTo>
                  <a:lnTo>
                    <a:pt x="74" y="56"/>
                  </a:lnTo>
                  <a:lnTo>
                    <a:pt x="83" y="49"/>
                  </a:lnTo>
                  <a:lnTo>
                    <a:pt x="91" y="43"/>
                  </a:lnTo>
                  <a:lnTo>
                    <a:pt x="101" y="37"/>
                  </a:lnTo>
                  <a:lnTo>
                    <a:pt x="111" y="31"/>
                  </a:lnTo>
                  <a:lnTo>
                    <a:pt x="121" y="26"/>
                  </a:lnTo>
                  <a:lnTo>
                    <a:pt x="132" y="21"/>
                  </a:lnTo>
                  <a:lnTo>
                    <a:pt x="142" y="17"/>
                  </a:lnTo>
                  <a:lnTo>
                    <a:pt x="154" y="13"/>
                  </a:lnTo>
                  <a:lnTo>
                    <a:pt x="165" y="10"/>
                  </a:lnTo>
                  <a:lnTo>
                    <a:pt x="178" y="7"/>
                  </a:lnTo>
                  <a:lnTo>
                    <a:pt x="189" y="4"/>
                  </a:lnTo>
                  <a:lnTo>
                    <a:pt x="203" y="2"/>
                  </a:lnTo>
                  <a:lnTo>
                    <a:pt x="215" y="1"/>
                  </a:lnTo>
                  <a:lnTo>
                    <a:pt x="229" y="0"/>
                  </a:lnTo>
                  <a:lnTo>
                    <a:pt x="242" y="0"/>
                  </a:lnTo>
                  <a:lnTo>
                    <a:pt x="256" y="0"/>
                  </a:lnTo>
                  <a:lnTo>
                    <a:pt x="269" y="1"/>
                  </a:lnTo>
                  <a:lnTo>
                    <a:pt x="282" y="2"/>
                  </a:lnTo>
                  <a:lnTo>
                    <a:pt x="294" y="4"/>
                  </a:lnTo>
                  <a:lnTo>
                    <a:pt x="307" y="7"/>
                  </a:lnTo>
                  <a:lnTo>
                    <a:pt x="318" y="10"/>
                  </a:lnTo>
                  <a:lnTo>
                    <a:pt x="330" y="13"/>
                  </a:lnTo>
                  <a:lnTo>
                    <a:pt x="341" y="17"/>
                  </a:lnTo>
                  <a:lnTo>
                    <a:pt x="352" y="21"/>
                  </a:lnTo>
                  <a:lnTo>
                    <a:pt x="362" y="26"/>
                  </a:lnTo>
                  <a:lnTo>
                    <a:pt x="372" y="31"/>
                  </a:lnTo>
                  <a:lnTo>
                    <a:pt x="382" y="37"/>
                  </a:lnTo>
                  <a:lnTo>
                    <a:pt x="391" y="43"/>
                  </a:lnTo>
                  <a:lnTo>
                    <a:pt x="399" y="49"/>
                  </a:lnTo>
                  <a:lnTo>
                    <a:pt x="408" y="56"/>
                  </a:lnTo>
                  <a:lnTo>
                    <a:pt x="416" y="63"/>
                  </a:lnTo>
                  <a:lnTo>
                    <a:pt x="423" y="71"/>
                  </a:lnTo>
                  <a:lnTo>
                    <a:pt x="431" y="78"/>
                  </a:lnTo>
                  <a:lnTo>
                    <a:pt x="437" y="87"/>
                  </a:lnTo>
                  <a:lnTo>
                    <a:pt x="443" y="96"/>
                  </a:lnTo>
                  <a:lnTo>
                    <a:pt x="449" y="104"/>
                  </a:lnTo>
                  <a:lnTo>
                    <a:pt x="455" y="114"/>
                  </a:lnTo>
                  <a:lnTo>
                    <a:pt x="460" y="123"/>
                  </a:lnTo>
                  <a:lnTo>
                    <a:pt x="464" y="134"/>
                  </a:lnTo>
                  <a:lnTo>
                    <a:pt x="468" y="143"/>
                  </a:lnTo>
                  <a:lnTo>
                    <a:pt x="471" y="153"/>
                  </a:lnTo>
                  <a:lnTo>
                    <a:pt x="474" y="165"/>
                  </a:lnTo>
                  <a:lnTo>
                    <a:pt x="476" y="175"/>
                  </a:lnTo>
                  <a:lnTo>
                    <a:pt x="481" y="197"/>
                  </a:lnTo>
                  <a:lnTo>
                    <a:pt x="482" y="221"/>
                  </a:lnTo>
                  <a:lnTo>
                    <a:pt x="482" y="232"/>
                  </a:lnTo>
                  <a:lnTo>
                    <a:pt x="481" y="244"/>
                  </a:lnTo>
                  <a:lnTo>
                    <a:pt x="480" y="254"/>
                  </a:lnTo>
                  <a:lnTo>
                    <a:pt x="477" y="266"/>
                  </a:lnTo>
                  <a:lnTo>
                    <a:pt x="475" y="276"/>
                  </a:lnTo>
                  <a:lnTo>
                    <a:pt x="472" y="287"/>
                  </a:lnTo>
                  <a:lnTo>
                    <a:pt x="469" y="297"/>
                  </a:lnTo>
                  <a:lnTo>
                    <a:pt x="465" y="307"/>
                  </a:lnTo>
                  <a:lnTo>
                    <a:pt x="461" y="317"/>
                  </a:lnTo>
                  <a:lnTo>
                    <a:pt x="456" y="326"/>
                  </a:lnTo>
                  <a:lnTo>
                    <a:pt x="450" y="335"/>
                  </a:lnTo>
                  <a:lnTo>
                    <a:pt x="444" y="345"/>
                  </a:lnTo>
                  <a:lnTo>
                    <a:pt x="438" y="353"/>
                  </a:lnTo>
                  <a:lnTo>
                    <a:pt x="432" y="362"/>
                  </a:lnTo>
                  <a:lnTo>
                    <a:pt x="424" y="370"/>
                  </a:lnTo>
                  <a:lnTo>
                    <a:pt x="417" y="377"/>
                  </a:lnTo>
                  <a:lnTo>
                    <a:pt x="409" y="384"/>
                  </a:lnTo>
                  <a:lnTo>
                    <a:pt x="400" y="392"/>
                  </a:lnTo>
                  <a:lnTo>
                    <a:pt x="391" y="398"/>
                  </a:lnTo>
                  <a:lnTo>
                    <a:pt x="382" y="404"/>
                  </a:lnTo>
                  <a:lnTo>
                    <a:pt x="372" y="409"/>
                  </a:lnTo>
                  <a:lnTo>
                    <a:pt x="362" y="415"/>
                  </a:lnTo>
                  <a:lnTo>
                    <a:pt x="352" y="420"/>
                  </a:lnTo>
                  <a:lnTo>
                    <a:pt x="340" y="424"/>
                  </a:lnTo>
                  <a:lnTo>
                    <a:pt x="329" y="428"/>
                  </a:lnTo>
                  <a:lnTo>
                    <a:pt x="317" y="431"/>
                  </a:lnTo>
                  <a:lnTo>
                    <a:pt x="305" y="434"/>
                  </a:lnTo>
                  <a:lnTo>
                    <a:pt x="292" y="438"/>
                  </a:lnTo>
                  <a:lnTo>
                    <a:pt x="280" y="439"/>
                  </a:lnTo>
                  <a:lnTo>
                    <a:pt x="267" y="441"/>
                  </a:lnTo>
                  <a:lnTo>
                    <a:pt x="254" y="442"/>
                  </a:lnTo>
                  <a:lnTo>
                    <a:pt x="239" y="442"/>
                  </a:lnTo>
                  <a:close/>
                  <a:moveTo>
                    <a:pt x="2038" y="1873"/>
                  </a:moveTo>
                  <a:lnTo>
                    <a:pt x="2038" y="1873"/>
                  </a:lnTo>
                  <a:lnTo>
                    <a:pt x="1588" y="1873"/>
                  </a:lnTo>
                  <a:lnTo>
                    <a:pt x="1588" y="1215"/>
                  </a:lnTo>
                  <a:lnTo>
                    <a:pt x="1587" y="1183"/>
                  </a:lnTo>
                  <a:lnTo>
                    <a:pt x="1585" y="1153"/>
                  </a:lnTo>
                  <a:lnTo>
                    <a:pt x="1581" y="1124"/>
                  </a:lnTo>
                  <a:lnTo>
                    <a:pt x="1574" y="1097"/>
                  </a:lnTo>
                  <a:lnTo>
                    <a:pt x="1571" y="1084"/>
                  </a:lnTo>
                  <a:lnTo>
                    <a:pt x="1567" y="1072"/>
                  </a:lnTo>
                  <a:lnTo>
                    <a:pt x="1562" y="1059"/>
                  </a:lnTo>
                  <a:lnTo>
                    <a:pt x="1558" y="1048"/>
                  </a:lnTo>
                  <a:lnTo>
                    <a:pt x="1552" y="1036"/>
                  </a:lnTo>
                  <a:lnTo>
                    <a:pt x="1546" y="1025"/>
                  </a:lnTo>
                  <a:lnTo>
                    <a:pt x="1540" y="1015"/>
                  </a:lnTo>
                  <a:lnTo>
                    <a:pt x="1534" y="1005"/>
                  </a:lnTo>
                  <a:lnTo>
                    <a:pt x="1526" y="996"/>
                  </a:lnTo>
                  <a:lnTo>
                    <a:pt x="1518" y="987"/>
                  </a:lnTo>
                  <a:lnTo>
                    <a:pt x="1511" y="979"/>
                  </a:lnTo>
                  <a:lnTo>
                    <a:pt x="1501" y="971"/>
                  </a:lnTo>
                  <a:lnTo>
                    <a:pt x="1493" y="964"/>
                  </a:lnTo>
                  <a:lnTo>
                    <a:pt x="1484" y="957"/>
                  </a:lnTo>
                  <a:lnTo>
                    <a:pt x="1473" y="951"/>
                  </a:lnTo>
                  <a:lnTo>
                    <a:pt x="1463" y="946"/>
                  </a:lnTo>
                  <a:lnTo>
                    <a:pt x="1453" y="941"/>
                  </a:lnTo>
                  <a:lnTo>
                    <a:pt x="1441" y="936"/>
                  </a:lnTo>
                  <a:lnTo>
                    <a:pt x="1429" y="933"/>
                  </a:lnTo>
                  <a:lnTo>
                    <a:pt x="1416" y="930"/>
                  </a:lnTo>
                  <a:lnTo>
                    <a:pt x="1404" y="928"/>
                  </a:lnTo>
                  <a:lnTo>
                    <a:pt x="1390" y="926"/>
                  </a:lnTo>
                  <a:lnTo>
                    <a:pt x="1377" y="925"/>
                  </a:lnTo>
                  <a:lnTo>
                    <a:pt x="1362" y="925"/>
                  </a:lnTo>
                  <a:lnTo>
                    <a:pt x="1341" y="926"/>
                  </a:lnTo>
                  <a:lnTo>
                    <a:pt x="1320" y="928"/>
                  </a:lnTo>
                  <a:lnTo>
                    <a:pt x="1301" y="932"/>
                  </a:lnTo>
                  <a:lnTo>
                    <a:pt x="1283" y="938"/>
                  </a:lnTo>
                  <a:lnTo>
                    <a:pt x="1266" y="946"/>
                  </a:lnTo>
                  <a:lnTo>
                    <a:pt x="1251" y="954"/>
                  </a:lnTo>
                  <a:lnTo>
                    <a:pt x="1235" y="963"/>
                  </a:lnTo>
                  <a:lnTo>
                    <a:pt x="1222" y="974"/>
                  </a:lnTo>
                  <a:lnTo>
                    <a:pt x="1209" y="985"/>
                  </a:lnTo>
                  <a:lnTo>
                    <a:pt x="1198" y="998"/>
                  </a:lnTo>
                  <a:lnTo>
                    <a:pt x="1187" y="1010"/>
                  </a:lnTo>
                  <a:lnTo>
                    <a:pt x="1177" y="1024"/>
                  </a:lnTo>
                  <a:lnTo>
                    <a:pt x="1168" y="1038"/>
                  </a:lnTo>
                  <a:lnTo>
                    <a:pt x="1160" y="1052"/>
                  </a:lnTo>
                  <a:lnTo>
                    <a:pt x="1153" y="1066"/>
                  </a:lnTo>
                  <a:lnTo>
                    <a:pt x="1148" y="1081"/>
                  </a:lnTo>
                  <a:lnTo>
                    <a:pt x="1143" y="1091"/>
                  </a:lnTo>
                  <a:lnTo>
                    <a:pt x="1140" y="1103"/>
                  </a:lnTo>
                  <a:lnTo>
                    <a:pt x="1139" y="1115"/>
                  </a:lnTo>
                  <a:lnTo>
                    <a:pt x="1138" y="1129"/>
                  </a:lnTo>
                  <a:lnTo>
                    <a:pt x="1137" y="1156"/>
                  </a:lnTo>
                  <a:lnTo>
                    <a:pt x="1137" y="1185"/>
                  </a:lnTo>
                  <a:lnTo>
                    <a:pt x="1137" y="1873"/>
                  </a:lnTo>
                  <a:lnTo>
                    <a:pt x="691" y="1873"/>
                  </a:lnTo>
                  <a:lnTo>
                    <a:pt x="691" y="1860"/>
                  </a:lnTo>
                  <a:lnTo>
                    <a:pt x="691" y="1823"/>
                  </a:lnTo>
                  <a:lnTo>
                    <a:pt x="692" y="1765"/>
                  </a:lnTo>
                  <a:lnTo>
                    <a:pt x="692" y="1689"/>
                  </a:lnTo>
                  <a:lnTo>
                    <a:pt x="692" y="1599"/>
                  </a:lnTo>
                  <a:lnTo>
                    <a:pt x="693" y="1498"/>
                  </a:lnTo>
                  <a:lnTo>
                    <a:pt x="693" y="1390"/>
                  </a:lnTo>
                  <a:lnTo>
                    <a:pt x="693" y="1277"/>
                  </a:lnTo>
                  <a:lnTo>
                    <a:pt x="693" y="1162"/>
                  </a:lnTo>
                  <a:lnTo>
                    <a:pt x="694" y="1050"/>
                  </a:lnTo>
                  <a:lnTo>
                    <a:pt x="694" y="942"/>
                  </a:lnTo>
                  <a:lnTo>
                    <a:pt x="693" y="845"/>
                  </a:lnTo>
                  <a:lnTo>
                    <a:pt x="693" y="757"/>
                  </a:lnTo>
                  <a:lnTo>
                    <a:pt x="693" y="686"/>
                  </a:lnTo>
                  <a:lnTo>
                    <a:pt x="692" y="632"/>
                  </a:lnTo>
                  <a:lnTo>
                    <a:pt x="691" y="601"/>
                  </a:lnTo>
                  <a:lnTo>
                    <a:pt x="1137" y="601"/>
                  </a:lnTo>
                  <a:lnTo>
                    <a:pt x="1137" y="801"/>
                  </a:lnTo>
                  <a:lnTo>
                    <a:pt x="1140" y="793"/>
                  </a:lnTo>
                  <a:lnTo>
                    <a:pt x="1143" y="783"/>
                  </a:lnTo>
                  <a:lnTo>
                    <a:pt x="1148" y="775"/>
                  </a:lnTo>
                  <a:lnTo>
                    <a:pt x="1153" y="766"/>
                  </a:lnTo>
                  <a:lnTo>
                    <a:pt x="1164" y="749"/>
                  </a:lnTo>
                  <a:lnTo>
                    <a:pt x="1179" y="730"/>
                  </a:lnTo>
                  <a:lnTo>
                    <a:pt x="1195" y="712"/>
                  </a:lnTo>
                  <a:lnTo>
                    <a:pt x="1214" y="695"/>
                  </a:lnTo>
                  <a:lnTo>
                    <a:pt x="1236" y="678"/>
                  </a:lnTo>
                  <a:lnTo>
                    <a:pt x="1260" y="661"/>
                  </a:lnTo>
                  <a:lnTo>
                    <a:pt x="1274" y="654"/>
                  </a:lnTo>
                  <a:lnTo>
                    <a:pt x="1287" y="647"/>
                  </a:lnTo>
                  <a:lnTo>
                    <a:pt x="1301" y="639"/>
                  </a:lnTo>
                  <a:lnTo>
                    <a:pt x="1315" y="632"/>
                  </a:lnTo>
                  <a:lnTo>
                    <a:pt x="1331" y="626"/>
                  </a:lnTo>
                  <a:lnTo>
                    <a:pt x="1346" y="620"/>
                  </a:lnTo>
                  <a:lnTo>
                    <a:pt x="1363" y="614"/>
                  </a:lnTo>
                  <a:lnTo>
                    <a:pt x="1380" y="609"/>
                  </a:lnTo>
                  <a:lnTo>
                    <a:pt x="1397" y="604"/>
                  </a:lnTo>
                  <a:lnTo>
                    <a:pt x="1415" y="601"/>
                  </a:lnTo>
                  <a:lnTo>
                    <a:pt x="1434" y="597"/>
                  </a:lnTo>
                  <a:lnTo>
                    <a:pt x="1453" y="594"/>
                  </a:lnTo>
                  <a:lnTo>
                    <a:pt x="1472" y="592"/>
                  </a:lnTo>
                  <a:lnTo>
                    <a:pt x="1492" y="590"/>
                  </a:lnTo>
                  <a:lnTo>
                    <a:pt x="1513" y="588"/>
                  </a:lnTo>
                  <a:lnTo>
                    <a:pt x="1534" y="588"/>
                  </a:lnTo>
                  <a:lnTo>
                    <a:pt x="1561" y="588"/>
                  </a:lnTo>
                  <a:lnTo>
                    <a:pt x="1587" y="591"/>
                  </a:lnTo>
                  <a:lnTo>
                    <a:pt x="1612" y="594"/>
                  </a:lnTo>
                  <a:lnTo>
                    <a:pt x="1637" y="597"/>
                  </a:lnTo>
                  <a:lnTo>
                    <a:pt x="1662" y="602"/>
                  </a:lnTo>
                  <a:lnTo>
                    <a:pt x="1686" y="608"/>
                  </a:lnTo>
                  <a:lnTo>
                    <a:pt x="1710" y="614"/>
                  </a:lnTo>
                  <a:lnTo>
                    <a:pt x="1732" y="623"/>
                  </a:lnTo>
                  <a:lnTo>
                    <a:pt x="1754" y="632"/>
                  </a:lnTo>
                  <a:lnTo>
                    <a:pt x="1776" y="643"/>
                  </a:lnTo>
                  <a:lnTo>
                    <a:pt x="1797" y="654"/>
                  </a:lnTo>
                  <a:lnTo>
                    <a:pt x="1818" y="668"/>
                  </a:lnTo>
                  <a:lnTo>
                    <a:pt x="1838" y="681"/>
                  </a:lnTo>
                  <a:lnTo>
                    <a:pt x="1856" y="696"/>
                  </a:lnTo>
                  <a:lnTo>
                    <a:pt x="1875" y="712"/>
                  </a:lnTo>
                  <a:lnTo>
                    <a:pt x="1893" y="729"/>
                  </a:lnTo>
                  <a:lnTo>
                    <a:pt x="1908" y="748"/>
                  </a:lnTo>
                  <a:lnTo>
                    <a:pt x="1925" y="768"/>
                  </a:lnTo>
                  <a:lnTo>
                    <a:pt x="1940" y="788"/>
                  </a:lnTo>
                  <a:lnTo>
                    <a:pt x="1953" y="810"/>
                  </a:lnTo>
                  <a:lnTo>
                    <a:pt x="1967" y="833"/>
                  </a:lnTo>
                  <a:lnTo>
                    <a:pt x="1978" y="857"/>
                  </a:lnTo>
                  <a:lnTo>
                    <a:pt x="1989" y="882"/>
                  </a:lnTo>
                  <a:lnTo>
                    <a:pt x="1999" y="909"/>
                  </a:lnTo>
                  <a:lnTo>
                    <a:pt x="2008" y="937"/>
                  </a:lnTo>
                  <a:lnTo>
                    <a:pt x="2017" y="966"/>
                  </a:lnTo>
                  <a:lnTo>
                    <a:pt x="2023" y="997"/>
                  </a:lnTo>
                  <a:lnTo>
                    <a:pt x="2028" y="1028"/>
                  </a:lnTo>
                  <a:lnTo>
                    <a:pt x="2033" y="1060"/>
                  </a:lnTo>
                  <a:lnTo>
                    <a:pt x="2036" y="1094"/>
                  </a:lnTo>
                  <a:lnTo>
                    <a:pt x="2037" y="1129"/>
                  </a:lnTo>
                  <a:lnTo>
                    <a:pt x="2038" y="1165"/>
                  </a:lnTo>
                  <a:lnTo>
                    <a:pt x="2038" y="1873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IN" dirty="0">
                <a:solidFill>
                  <a:srgbClr val="4F4F4F"/>
                </a:solidFill>
              </a:endParaRPr>
            </a:p>
          </p:txBody>
        </p:sp>
        <p:sp>
          <p:nvSpPr>
            <p:cNvPr id="12" name="Freeform 9"/>
            <p:cNvSpPr/>
            <p:nvPr userDrawn="1"/>
          </p:nvSpPr>
          <p:spPr bwMode="auto">
            <a:xfrm>
              <a:off x="6543675" y="3213100"/>
              <a:ext cx="431800" cy="431800"/>
            </a:xfrm>
            <a:custGeom>
              <a:avLst/>
              <a:gdLst>
                <a:gd name="T0" fmla="*/ 2248 w 4078"/>
                <a:gd name="T1" fmla="*/ 4070 h 4080"/>
                <a:gd name="T2" fmla="*/ 2548 w 4078"/>
                <a:gd name="T3" fmla="*/ 4015 h 4080"/>
                <a:gd name="T4" fmla="*/ 2832 w 4078"/>
                <a:gd name="T5" fmla="*/ 3920 h 4080"/>
                <a:gd name="T6" fmla="*/ 3097 w 4078"/>
                <a:gd name="T7" fmla="*/ 3784 h 4080"/>
                <a:gd name="T8" fmla="*/ 3336 w 4078"/>
                <a:gd name="T9" fmla="*/ 3615 h 4080"/>
                <a:gd name="T10" fmla="*/ 3548 w 4078"/>
                <a:gd name="T11" fmla="*/ 3412 h 4080"/>
                <a:gd name="T12" fmla="*/ 3729 w 4078"/>
                <a:gd name="T13" fmla="*/ 3181 h 4080"/>
                <a:gd name="T14" fmla="*/ 3877 w 4078"/>
                <a:gd name="T15" fmla="*/ 2924 h 4080"/>
                <a:gd name="T16" fmla="*/ 3986 w 4078"/>
                <a:gd name="T17" fmla="*/ 2646 h 4080"/>
                <a:gd name="T18" fmla="*/ 4054 w 4078"/>
                <a:gd name="T19" fmla="*/ 2351 h 4080"/>
                <a:gd name="T20" fmla="*/ 4078 w 4078"/>
                <a:gd name="T21" fmla="*/ 2039 h 4080"/>
                <a:gd name="T22" fmla="*/ 4054 w 4078"/>
                <a:gd name="T23" fmla="*/ 1729 h 4080"/>
                <a:gd name="T24" fmla="*/ 3986 w 4078"/>
                <a:gd name="T25" fmla="*/ 1434 h 4080"/>
                <a:gd name="T26" fmla="*/ 3877 w 4078"/>
                <a:gd name="T27" fmla="*/ 1156 h 4080"/>
                <a:gd name="T28" fmla="*/ 3729 w 4078"/>
                <a:gd name="T29" fmla="*/ 899 h 4080"/>
                <a:gd name="T30" fmla="*/ 3548 w 4078"/>
                <a:gd name="T31" fmla="*/ 668 h 4080"/>
                <a:gd name="T32" fmla="*/ 3336 w 4078"/>
                <a:gd name="T33" fmla="*/ 465 h 4080"/>
                <a:gd name="T34" fmla="*/ 3097 w 4078"/>
                <a:gd name="T35" fmla="*/ 296 h 4080"/>
                <a:gd name="T36" fmla="*/ 2832 w 4078"/>
                <a:gd name="T37" fmla="*/ 160 h 4080"/>
                <a:gd name="T38" fmla="*/ 2548 w 4078"/>
                <a:gd name="T39" fmla="*/ 65 h 4080"/>
                <a:gd name="T40" fmla="*/ 2248 w 4078"/>
                <a:gd name="T41" fmla="*/ 10 h 4080"/>
                <a:gd name="T42" fmla="*/ 1934 w 4078"/>
                <a:gd name="T43" fmla="*/ 3 h 4080"/>
                <a:gd name="T44" fmla="*/ 1628 w 4078"/>
                <a:gd name="T45" fmla="*/ 42 h 4080"/>
                <a:gd name="T46" fmla="*/ 1338 w 4078"/>
                <a:gd name="T47" fmla="*/ 124 h 4080"/>
                <a:gd name="T48" fmla="*/ 1067 w 4078"/>
                <a:gd name="T49" fmla="*/ 247 h 4080"/>
                <a:gd name="T50" fmla="*/ 819 w 4078"/>
                <a:gd name="T51" fmla="*/ 405 h 4080"/>
                <a:gd name="T52" fmla="*/ 597 w 4078"/>
                <a:gd name="T53" fmla="*/ 598 h 4080"/>
                <a:gd name="T54" fmla="*/ 405 w 4078"/>
                <a:gd name="T55" fmla="*/ 819 h 4080"/>
                <a:gd name="T56" fmla="*/ 246 w 4078"/>
                <a:gd name="T57" fmla="*/ 1068 h 4080"/>
                <a:gd name="T58" fmla="*/ 124 w 4078"/>
                <a:gd name="T59" fmla="*/ 1339 h 4080"/>
                <a:gd name="T60" fmla="*/ 41 w 4078"/>
                <a:gd name="T61" fmla="*/ 1629 h 4080"/>
                <a:gd name="T62" fmla="*/ 3 w 4078"/>
                <a:gd name="T63" fmla="*/ 1935 h 4080"/>
                <a:gd name="T64" fmla="*/ 10 w 4078"/>
                <a:gd name="T65" fmla="*/ 2249 h 4080"/>
                <a:gd name="T66" fmla="*/ 64 w 4078"/>
                <a:gd name="T67" fmla="*/ 2550 h 4080"/>
                <a:gd name="T68" fmla="*/ 160 w 4078"/>
                <a:gd name="T69" fmla="*/ 2834 h 4080"/>
                <a:gd name="T70" fmla="*/ 295 w 4078"/>
                <a:gd name="T71" fmla="*/ 3098 h 4080"/>
                <a:gd name="T72" fmla="*/ 466 w 4078"/>
                <a:gd name="T73" fmla="*/ 3338 h 4080"/>
                <a:gd name="T74" fmla="*/ 668 w 4078"/>
                <a:gd name="T75" fmla="*/ 3550 h 4080"/>
                <a:gd name="T76" fmla="*/ 899 w 4078"/>
                <a:gd name="T77" fmla="*/ 3731 h 4080"/>
                <a:gd name="T78" fmla="*/ 1155 w 4078"/>
                <a:gd name="T79" fmla="*/ 3879 h 4080"/>
                <a:gd name="T80" fmla="*/ 1433 w 4078"/>
                <a:gd name="T81" fmla="*/ 3988 h 4080"/>
                <a:gd name="T82" fmla="*/ 1728 w 4078"/>
                <a:gd name="T83" fmla="*/ 4056 h 4080"/>
                <a:gd name="T84" fmla="*/ 2039 w 4078"/>
                <a:gd name="T85" fmla="*/ 4080 h 4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78" h="4080">
                  <a:moveTo>
                    <a:pt x="2039" y="4080"/>
                  </a:moveTo>
                  <a:lnTo>
                    <a:pt x="2143" y="4077"/>
                  </a:lnTo>
                  <a:lnTo>
                    <a:pt x="2248" y="4070"/>
                  </a:lnTo>
                  <a:lnTo>
                    <a:pt x="2350" y="4056"/>
                  </a:lnTo>
                  <a:lnTo>
                    <a:pt x="2449" y="4038"/>
                  </a:lnTo>
                  <a:lnTo>
                    <a:pt x="2548" y="4015"/>
                  </a:lnTo>
                  <a:lnTo>
                    <a:pt x="2645" y="3988"/>
                  </a:lnTo>
                  <a:lnTo>
                    <a:pt x="2740" y="3956"/>
                  </a:lnTo>
                  <a:lnTo>
                    <a:pt x="2832" y="3920"/>
                  </a:lnTo>
                  <a:lnTo>
                    <a:pt x="2923" y="3879"/>
                  </a:lnTo>
                  <a:lnTo>
                    <a:pt x="3011" y="3834"/>
                  </a:lnTo>
                  <a:lnTo>
                    <a:pt x="3097" y="3784"/>
                  </a:lnTo>
                  <a:lnTo>
                    <a:pt x="3179" y="3731"/>
                  </a:lnTo>
                  <a:lnTo>
                    <a:pt x="3259" y="3675"/>
                  </a:lnTo>
                  <a:lnTo>
                    <a:pt x="3336" y="3615"/>
                  </a:lnTo>
                  <a:lnTo>
                    <a:pt x="3410" y="3550"/>
                  </a:lnTo>
                  <a:lnTo>
                    <a:pt x="3481" y="3482"/>
                  </a:lnTo>
                  <a:lnTo>
                    <a:pt x="3548" y="3412"/>
                  </a:lnTo>
                  <a:lnTo>
                    <a:pt x="3613" y="3338"/>
                  </a:lnTo>
                  <a:lnTo>
                    <a:pt x="3673" y="3261"/>
                  </a:lnTo>
                  <a:lnTo>
                    <a:pt x="3729" y="3181"/>
                  </a:lnTo>
                  <a:lnTo>
                    <a:pt x="3782" y="3098"/>
                  </a:lnTo>
                  <a:lnTo>
                    <a:pt x="3832" y="3013"/>
                  </a:lnTo>
                  <a:lnTo>
                    <a:pt x="3877" y="2924"/>
                  </a:lnTo>
                  <a:lnTo>
                    <a:pt x="3918" y="2834"/>
                  </a:lnTo>
                  <a:lnTo>
                    <a:pt x="3954" y="2741"/>
                  </a:lnTo>
                  <a:lnTo>
                    <a:pt x="3986" y="2646"/>
                  </a:lnTo>
                  <a:lnTo>
                    <a:pt x="4013" y="2550"/>
                  </a:lnTo>
                  <a:lnTo>
                    <a:pt x="4036" y="2451"/>
                  </a:lnTo>
                  <a:lnTo>
                    <a:pt x="4054" y="2351"/>
                  </a:lnTo>
                  <a:lnTo>
                    <a:pt x="4068" y="2249"/>
                  </a:lnTo>
                  <a:lnTo>
                    <a:pt x="4075" y="2145"/>
                  </a:lnTo>
                  <a:lnTo>
                    <a:pt x="4078" y="2039"/>
                  </a:lnTo>
                  <a:lnTo>
                    <a:pt x="4075" y="1935"/>
                  </a:lnTo>
                  <a:lnTo>
                    <a:pt x="4068" y="1831"/>
                  </a:lnTo>
                  <a:lnTo>
                    <a:pt x="4054" y="1729"/>
                  </a:lnTo>
                  <a:lnTo>
                    <a:pt x="4036" y="1629"/>
                  </a:lnTo>
                  <a:lnTo>
                    <a:pt x="4013" y="1530"/>
                  </a:lnTo>
                  <a:lnTo>
                    <a:pt x="3986" y="1434"/>
                  </a:lnTo>
                  <a:lnTo>
                    <a:pt x="3954" y="1339"/>
                  </a:lnTo>
                  <a:lnTo>
                    <a:pt x="3918" y="1246"/>
                  </a:lnTo>
                  <a:lnTo>
                    <a:pt x="3877" y="1156"/>
                  </a:lnTo>
                  <a:lnTo>
                    <a:pt x="3832" y="1068"/>
                  </a:lnTo>
                  <a:lnTo>
                    <a:pt x="3782" y="982"/>
                  </a:lnTo>
                  <a:lnTo>
                    <a:pt x="3729" y="899"/>
                  </a:lnTo>
                  <a:lnTo>
                    <a:pt x="3673" y="819"/>
                  </a:lnTo>
                  <a:lnTo>
                    <a:pt x="3613" y="742"/>
                  </a:lnTo>
                  <a:lnTo>
                    <a:pt x="3548" y="668"/>
                  </a:lnTo>
                  <a:lnTo>
                    <a:pt x="3481" y="598"/>
                  </a:lnTo>
                  <a:lnTo>
                    <a:pt x="3410" y="530"/>
                  </a:lnTo>
                  <a:lnTo>
                    <a:pt x="3336" y="465"/>
                  </a:lnTo>
                  <a:lnTo>
                    <a:pt x="3259" y="405"/>
                  </a:lnTo>
                  <a:lnTo>
                    <a:pt x="3179" y="349"/>
                  </a:lnTo>
                  <a:lnTo>
                    <a:pt x="3097" y="296"/>
                  </a:lnTo>
                  <a:lnTo>
                    <a:pt x="3011" y="247"/>
                  </a:lnTo>
                  <a:lnTo>
                    <a:pt x="2923" y="201"/>
                  </a:lnTo>
                  <a:lnTo>
                    <a:pt x="2832" y="160"/>
                  </a:lnTo>
                  <a:lnTo>
                    <a:pt x="2740" y="124"/>
                  </a:lnTo>
                  <a:lnTo>
                    <a:pt x="2645" y="92"/>
                  </a:lnTo>
                  <a:lnTo>
                    <a:pt x="2548" y="65"/>
                  </a:lnTo>
                  <a:lnTo>
                    <a:pt x="2449" y="42"/>
                  </a:lnTo>
                  <a:lnTo>
                    <a:pt x="2350" y="24"/>
                  </a:lnTo>
                  <a:lnTo>
                    <a:pt x="2248" y="10"/>
                  </a:lnTo>
                  <a:lnTo>
                    <a:pt x="2143" y="3"/>
                  </a:lnTo>
                  <a:lnTo>
                    <a:pt x="2039" y="0"/>
                  </a:lnTo>
                  <a:lnTo>
                    <a:pt x="1934" y="3"/>
                  </a:lnTo>
                  <a:lnTo>
                    <a:pt x="1830" y="10"/>
                  </a:lnTo>
                  <a:lnTo>
                    <a:pt x="1728" y="24"/>
                  </a:lnTo>
                  <a:lnTo>
                    <a:pt x="1628" y="42"/>
                  </a:lnTo>
                  <a:lnTo>
                    <a:pt x="1530" y="65"/>
                  </a:lnTo>
                  <a:lnTo>
                    <a:pt x="1433" y="92"/>
                  </a:lnTo>
                  <a:lnTo>
                    <a:pt x="1338" y="124"/>
                  </a:lnTo>
                  <a:lnTo>
                    <a:pt x="1245" y="160"/>
                  </a:lnTo>
                  <a:lnTo>
                    <a:pt x="1155" y="201"/>
                  </a:lnTo>
                  <a:lnTo>
                    <a:pt x="1067" y="247"/>
                  </a:lnTo>
                  <a:lnTo>
                    <a:pt x="982" y="296"/>
                  </a:lnTo>
                  <a:lnTo>
                    <a:pt x="899" y="349"/>
                  </a:lnTo>
                  <a:lnTo>
                    <a:pt x="819" y="405"/>
                  </a:lnTo>
                  <a:lnTo>
                    <a:pt x="742" y="465"/>
                  </a:lnTo>
                  <a:lnTo>
                    <a:pt x="668" y="530"/>
                  </a:lnTo>
                  <a:lnTo>
                    <a:pt x="597" y="598"/>
                  </a:lnTo>
                  <a:lnTo>
                    <a:pt x="529" y="668"/>
                  </a:lnTo>
                  <a:lnTo>
                    <a:pt x="466" y="742"/>
                  </a:lnTo>
                  <a:lnTo>
                    <a:pt x="405" y="819"/>
                  </a:lnTo>
                  <a:lnTo>
                    <a:pt x="348" y="899"/>
                  </a:lnTo>
                  <a:lnTo>
                    <a:pt x="295" y="982"/>
                  </a:lnTo>
                  <a:lnTo>
                    <a:pt x="246" y="1068"/>
                  </a:lnTo>
                  <a:lnTo>
                    <a:pt x="201" y="1156"/>
                  </a:lnTo>
                  <a:lnTo>
                    <a:pt x="160" y="1246"/>
                  </a:lnTo>
                  <a:lnTo>
                    <a:pt x="124" y="1339"/>
                  </a:lnTo>
                  <a:lnTo>
                    <a:pt x="91" y="1434"/>
                  </a:lnTo>
                  <a:lnTo>
                    <a:pt x="64" y="1530"/>
                  </a:lnTo>
                  <a:lnTo>
                    <a:pt x="41" y="1629"/>
                  </a:lnTo>
                  <a:lnTo>
                    <a:pt x="24" y="1729"/>
                  </a:lnTo>
                  <a:lnTo>
                    <a:pt x="10" y="1831"/>
                  </a:lnTo>
                  <a:lnTo>
                    <a:pt x="3" y="1935"/>
                  </a:lnTo>
                  <a:lnTo>
                    <a:pt x="0" y="2039"/>
                  </a:lnTo>
                  <a:lnTo>
                    <a:pt x="3" y="2145"/>
                  </a:lnTo>
                  <a:lnTo>
                    <a:pt x="10" y="2249"/>
                  </a:lnTo>
                  <a:lnTo>
                    <a:pt x="24" y="2351"/>
                  </a:lnTo>
                  <a:lnTo>
                    <a:pt x="41" y="2451"/>
                  </a:lnTo>
                  <a:lnTo>
                    <a:pt x="64" y="2550"/>
                  </a:lnTo>
                  <a:lnTo>
                    <a:pt x="91" y="2646"/>
                  </a:lnTo>
                  <a:lnTo>
                    <a:pt x="124" y="2741"/>
                  </a:lnTo>
                  <a:lnTo>
                    <a:pt x="160" y="2834"/>
                  </a:lnTo>
                  <a:lnTo>
                    <a:pt x="201" y="2924"/>
                  </a:lnTo>
                  <a:lnTo>
                    <a:pt x="246" y="3013"/>
                  </a:lnTo>
                  <a:lnTo>
                    <a:pt x="295" y="3098"/>
                  </a:lnTo>
                  <a:lnTo>
                    <a:pt x="348" y="3181"/>
                  </a:lnTo>
                  <a:lnTo>
                    <a:pt x="405" y="3261"/>
                  </a:lnTo>
                  <a:lnTo>
                    <a:pt x="466" y="3338"/>
                  </a:lnTo>
                  <a:lnTo>
                    <a:pt x="529" y="3412"/>
                  </a:lnTo>
                  <a:lnTo>
                    <a:pt x="597" y="3482"/>
                  </a:lnTo>
                  <a:lnTo>
                    <a:pt x="668" y="3550"/>
                  </a:lnTo>
                  <a:lnTo>
                    <a:pt x="742" y="3615"/>
                  </a:lnTo>
                  <a:lnTo>
                    <a:pt x="819" y="3675"/>
                  </a:lnTo>
                  <a:lnTo>
                    <a:pt x="899" y="3731"/>
                  </a:lnTo>
                  <a:lnTo>
                    <a:pt x="982" y="3784"/>
                  </a:lnTo>
                  <a:lnTo>
                    <a:pt x="1067" y="3834"/>
                  </a:lnTo>
                  <a:lnTo>
                    <a:pt x="1155" y="3879"/>
                  </a:lnTo>
                  <a:lnTo>
                    <a:pt x="1245" y="3920"/>
                  </a:lnTo>
                  <a:lnTo>
                    <a:pt x="1338" y="3956"/>
                  </a:lnTo>
                  <a:lnTo>
                    <a:pt x="1433" y="3988"/>
                  </a:lnTo>
                  <a:lnTo>
                    <a:pt x="1530" y="4015"/>
                  </a:lnTo>
                  <a:lnTo>
                    <a:pt x="1628" y="4038"/>
                  </a:lnTo>
                  <a:lnTo>
                    <a:pt x="1728" y="4056"/>
                  </a:lnTo>
                  <a:lnTo>
                    <a:pt x="1830" y="4070"/>
                  </a:lnTo>
                  <a:lnTo>
                    <a:pt x="1934" y="4077"/>
                  </a:lnTo>
                  <a:lnTo>
                    <a:pt x="2039" y="408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IN" dirty="0">
                <a:solidFill>
                  <a:srgbClr val="4F4F4F"/>
                </a:solidFill>
              </a:endParaRPr>
            </a:p>
          </p:txBody>
        </p:sp>
        <p:sp>
          <p:nvSpPr>
            <p:cNvPr id="13" name="Freeform 10"/>
            <p:cNvSpPr/>
            <p:nvPr userDrawn="1"/>
          </p:nvSpPr>
          <p:spPr bwMode="auto">
            <a:xfrm>
              <a:off x="6707188" y="3321050"/>
              <a:ext cx="104775" cy="215900"/>
            </a:xfrm>
            <a:custGeom>
              <a:avLst/>
              <a:gdLst>
                <a:gd name="T0" fmla="*/ 210 w 984"/>
                <a:gd name="T1" fmla="*/ 675 h 2040"/>
                <a:gd name="T2" fmla="*/ 211 w 984"/>
                <a:gd name="T3" fmla="*/ 433 h 2040"/>
                <a:gd name="T4" fmla="*/ 214 w 984"/>
                <a:gd name="T5" fmla="*/ 374 h 2040"/>
                <a:gd name="T6" fmla="*/ 218 w 984"/>
                <a:gd name="T7" fmla="*/ 331 h 2040"/>
                <a:gd name="T8" fmla="*/ 224 w 984"/>
                <a:gd name="T9" fmla="*/ 289 h 2040"/>
                <a:gd name="T10" fmla="*/ 234 w 984"/>
                <a:gd name="T11" fmla="*/ 247 h 2040"/>
                <a:gd name="T12" fmla="*/ 248 w 984"/>
                <a:gd name="T13" fmla="*/ 207 h 2040"/>
                <a:gd name="T14" fmla="*/ 268 w 984"/>
                <a:gd name="T15" fmla="*/ 170 h 2040"/>
                <a:gd name="T16" fmla="*/ 292 w 984"/>
                <a:gd name="T17" fmla="*/ 137 h 2040"/>
                <a:gd name="T18" fmla="*/ 321 w 984"/>
                <a:gd name="T19" fmla="*/ 105 h 2040"/>
                <a:gd name="T20" fmla="*/ 352 w 984"/>
                <a:gd name="T21" fmla="*/ 77 h 2040"/>
                <a:gd name="T22" fmla="*/ 388 w 984"/>
                <a:gd name="T23" fmla="*/ 53 h 2040"/>
                <a:gd name="T24" fmla="*/ 428 w 984"/>
                <a:gd name="T25" fmla="*/ 33 h 2040"/>
                <a:gd name="T26" fmla="*/ 472 w 984"/>
                <a:gd name="T27" fmla="*/ 17 h 2040"/>
                <a:gd name="T28" fmla="*/ 522 w 984"/>
                <a:gd name="T29" fmla="*/ 7 h 2040"/>
                <a:gd name="T30" fmla="*/ 576 w 984"/>
                <a:gd name="T31" fmla="*/ 0 h 2040"/>
                <a:gd name="T32" fmla="*/ 654 w 984"/>
                <a:gd name="T33" fmla="*/ 0 h 2040"/>
                <a:gd name="T34" fmla="*/ 740 w 984"/>
                <a:gd name="T35" fmla="*/ 3 h 2040"/>
                <a:gd name="T36" fmla="*/ 812 w 984"/>
                <a:gd name="T37" fmla="*/ 9 h 2040"/>
                <a:gd name="T38" fmla="*/ 870 w 984"/>
                <a:gd name="T39" fmla="*/ 16 h 2040"/>
                <a:gd name="T40" fmla="*/ 935 w 984"/>
                <a:gd name="T41" fmla="*/ 26 h 2040"/>
                <a:gd name="T42" fmla="*/ 978 w 984"/>
                <a:gd name="T43" fmla="*/ 37 h 2040"/>
                <a:gd name="T44" fmla="*/ 932 w 984"/>
                <a:gd name="T45" fmla="*/ 350 h 2040"/>
                <a:gd name="T46" fmla="*/ 916 w 984"/>
                <a:gd name="T47" fmla="*/ 346 h 2040"/>
                <a:gd name="T48" fmla="*/ 877 w 984"/>
                <a:gd name="T49" fmla="*/ 338 h 2040"/>
                <a:gd name="T50" fmla="*/ 822 w 984"/>
                <a:gd name="T51" fmla="*/ 329 h 2040"/>
                <a:gd name="T52" fmla="*/ 761 w 984"/>
                <a:gd name="T53" fmla="*/ 325 h 2040"/>
                <a:gd name="T54" fmla="*/ 731 w 984"/>
                <a:gd name="T55" fmla="*/ 326 h 2040"/>
                <a:gd name="T56" fmla="*/ 703 w 984"/>
                <a:gd name="T57" fmla="*/ 331 h 2040"/>
                <a:gd name="T58" fmla="*/ 677 w 984"/>
                <a:gd name="T59" fmla="*/ 339 h 2040"/>
                <a:gd name="T60" fmla="*/ 653 w 984"/>
                <a:gd name="T61" fmla="*/ 350 h 2040"/>
                <a:gd name="T62" fmla="*/ 634 w 984"/>
                <a:gd name="T63" fmla="*/ 365 h 2040"/>
                <a:gd name="T64" fmla="*/ 618 w 984"/>
                <a:gd name="T65" fmla="*/ 384 h 2040"/>
                <a:gd name="T66" fmla="*/ 609 w 984"/>
                <a:gd name="T67" fmla="*/ 408 h 2040"/>
                <a:gd name="T68" fmla="*/ 606 w 984"/>
                <a:gd name="T69" fmla="*/ 436 h 2040"/>
                <a:gd name="T70" fmla="*/ 942 w 984"/>
                <a:gd name="T71" fmla="*/ 675 h 2040"/>
                <a:gd name="T72" fmla="*/ 606 w 984"/>
                <a:gd name="T73" fmla="*/ 980 h 2040"/>
                <a:gd name="T74" fmla="*/ 210 w 984"/>
                <a:gd name="T75" fmla="*/ 2040 h 2040"/>
                <a:gd name="T76" fmla="*/ 0 w 984"/>
                <a:gd name="T77" fmla="*/ 980 h 20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84" h="2040">
                  <a:moveTo>
                    <a:pt x="0" y="675"/>
                  </a:moveTo>
                  <a:lnTo>
                    <a:pt x="210" y="675"/>
                  </a:lnTo>
                  <a:lnTo>
                    <a:pt x="210" y="470"/>
                  </a:lnTo>
                  <a:lnTo>
                    <a:pt x="211" y="433"/>
                  </a:lnTo>
                  <a:lnTo>
                    <a:pt x="212" y="394"/>
                  </a:lnTo>
                  <a:lnTo>
                    <a:pt x="214" y="374"/>
                  </a:lnTo>
                  <a:lnTo>
                    <a:pt x="215" y="352"/>
                  </a:lnTo>
                  <a:lnTo>
                    <a:pt x="218" y="331"/>
                  </a:lnTo>
                  <a:lnTo>
                    <a:pt x="220" y="311"/>
                  </a:lnTo>
                  <a:lnTo>
                    <a:pt x="224" y="289"/>
                  </a:lnTo>
                  <a:lnTo>
                    <a:pt x="228" y="268"/>
                  </a:lnTo>
                  <a:lnTo>
                    <a:pt x="234" y="247"/>
                  </a:lnTo>
                  <a:lnTo>
                    <a:pt x="241" y="226"/>
                  </a:lnTo>
                  <a:lnTo>
                    <a:pt x="248" y="207"/>
                  </a:lnTo>
                  <a:lnTo>
                    <a:pt x="257" y="188"/>
                  </a:lnTo>
                  <a:lnTo>
                    <a:pt x="268" y="170"/>
                  </a:lnTo>
                  <a:lnTo>
                    <a:pt x="279" y="153"/>
                  </a:lnTo>
                  <a:lnTo>
                    <a:pt x="292" y="137"/>
                  </a:lnTo>
                  <a:lnTo>
                    <a:pt x="306" y="121"/>
                  </a:lnTo>
                  <a:lnTo>
                    <a:pt x="321" y="105"/>
                  </a:lnTo>
                  <a:lnTo>
                    <a:pt x="336" y="91"/>
                  </a:lnTo>
                  <a:lnTo>
                    <a:pt x="352" y="77"/>
                  </a:lnTo>
                  <a:lnTo>
                    <a:pt x="370" y="65"/>
                  </a:lnTo>
                  <a:lnTo>
                    <a:pt x="388" y="53"/>
                  </a:lnTo>
                  <a:lnTo>
                    <a:pt x="407" y="43"/>
                  </a:lnTo>
                  <a:lnTo>
                    <a:pt x="428" y="33"/>
                  </a:lnTo>
                  <a:lnTo>
                    <a:pt x="449" y="24"/>
                  </a:lnTo>
                  <a:lnTo>
                    <a:pt x="472" y="17"/>
                  </a:lnTo>
                  <a:lnTo>
                    <a:pt x="496" y="11"/>
                  </a:lnTo>
                  <a:lnTo>
                    <a:pt x="522" y="7"/>
                  </a:lnTo>
                  <a:lnTo>
                    <a:pt x="548" y="2"/>
                  </a:lnTo>
                  <a:lnTo>
                    <a:pt x="576" y="0"/>
                  </a:lnTo>
                  <a:lnTo>
                    <a:pt x="606" y="0"/>
                  </a:lnTo>
                  <a:lnTo>
                    <a:pt x="654" y="0"/>
                  </a:lnTo>
                  <a:lnTo>
                    <a:pt x="698" y="1"/>
                  </a:lnTo>
                  <a:lnTo>
                    <a:pt x="740" y="3"/>
                  </a:lnTo>
                  <a:lnTo>
                    <a:pt x="778" y="5"/>
                  </a:lnTo>
                  <a:lnTo>
                    <a:pt x="812" y="9"/>
                  </a:lnTo>
                  <a:lnTo>
                    <a:pt x="842" y="12"/>
                  </a:lnTo>
                  <a:lnTo>
                    <a:pt x="870" y="16"/>
                  </a:lnTo>
                  <a:lnTo>
                    <a:pt x="895" y="19"/>
                  </a:lnTo>
                  <a:lnTo>
                    <a:pt x="935" y="26"/>
                  </a:lnTo>
                  <a:lnTo>
                    <a:pt x="963" y="31"/>
                  </a:lnTo>
                  <a:lnTo>
                    <a:pt x="978" y="37"/>
                  </a:lnTo>
                  <a:lnTo>
                    <a:pt x="984" y="38"/>
                  </a:lnTo>
                  <a:lnTo>
                    <a:pt x="932" y="350"/>
                  </a:lnTo>
                  <a:lnTo>
                    <a:pt x="927" y="349"/>
                  </a:lnTo>
                  <a:lnTo>
                    <a:pt x="916" y="346"/>
                  </a:lnTo>
                  <a:lnTo>
                    <a:pt x="899" y="343"/>
                  </a:lnTo>
                  <a:lnTo>
                    <a:pt x="877" y="338"/>
                  </a:lnTo>
                  <a:lnTo>
                    <a:pt x="851" y="333"/>
                  </a:lnTo>
                  <a:lnTo>
                    <a:pt x="822" y="329"/>
                  </a:lnTo>
                  <a:lnTo>
                    <a:pt x="792" y="326"/>
                  </a:lnTo>
                  <a:lnTo>
                    <a:pt x="761" y="325"/>
                  </a:lnTo>
                  <a:lnTo>
                    <a:pt x="746" y="325"/>
                  </a:lnTo>
                  <a:lnTo>
                    <a:pt x="731" y="326"/>
                  </a:lnTo>
                  <a:lnTo>
                    <a:pt x="716" y="328"/>
                  </a:lnTo>
                  <a:lnTo>
                    <a:pt x="703" y="331"/>
                  </a:lnTo>
                  <a:lnTo>
                    <a:pt x="689" y="334"/>
                  </a:lnTo>
                  <a:lnTo>
                    <a:pt x="677" y="339"/>
                  </a:lnTo>
                  <a:lnTo>
                    <a:pt x="664" y="344"/>
                  </a:lnTo>
                  <a:lnTo>
                    <a:pt x="653" y="350"/>
                  </a:lnTo>
                  <a:lnTo>
                    <a:pt x="642" y="357"/>
                  </a:lnTo>
                  <a:lnTo>
                    <a:pt x="634" y="365"/>
                  </a:lnTo>
                  <a:lnTo>
                    <a:pt x="626" y="374"/>
                  </a:lnTo>
                  <a:lnTo>
                    <a:pt x="618" y="384"/>
                  </a:lnTo>
                  <a:lnTo>
                    <a:pt x="613" y="396"/>
                  </a:lnTo>
                  <a:lnTo>
                    <a:pt x="609" y="408"/>
                  </a:lnTo>
                  <a:lnTo>
                    <a:pt x="607" y="422"/>
                  </a:lnTo>
                  <a:lnTo>
                    <a:pt x="606" y="436"/>
                  </a:lnTo>
                  <a:lnTo>
                    <a:pt x="606" y="675"/>
                  </a:lnTo>
                  <a:lnTo>
                    <a:pt x="942" y="675"/>
                  </a:lnTo>
                  <a:lnTo>
                    <a:pt x="919" y="980"/>
                  </a:lnTo>
                  <a:lnTo>
                    <a:pt x="606" y="980"/>
                  </a:lnTo>
                  <a:lnTo>
                    <a:pt x="606" y="2040"/>
                  </a:lnTo>
                  <a:lnTo>
                    <a:pt x="210" y="2040"/>
                  </a:lnTo>
                  <a:lnTo>
                    <a:pt x="210" y="980"/>
                  </a:lnTo>
                  <a:lnTo>
                    <a:pt x="0" y="980"/>
                  </a:lnTo>
                  <a:lnTo>
                    <a:pt x="0" y="675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IN" dirty="0">
                <a:solidFill>
                  <a:srgbClr val="4F4F4F"/>
                </a:solidFill>
              </a:endParaRPr>
            </a:p>
          </p:txBody>
        </p:sp>
      </p:grpSp>
      <p:sp>
        <p:nvSpPr>
          <p:cNvPr id="17" name="Rectangle 16"/>
          <p:cNvSpPr/>
          <p:nvPr userDrawn="1"/>
        </p:nvSpPr>
        <p:spPr>
          <a:xfrm>
            <a:off x="375620" y="6451710"/>
            <a:ext cx="8125883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solidFill>
                  <a:srgbClr val="4F4F4F">
                    <a:lumMod val="75000"/>
                  </a:srgbClr>
                </a:solidFill>
              </a:rPr>
              <a:t>© 2018  YASH Technologies | www.yash.com | Confidential</a:t>
            </a:r>
            <a:endParaRPr lang="en-IN" sz="1100" dirty="0">
              <a:solidFill>
                <a:srgbClr val="4F4F4F">
                  <a:lumMod val="75000"/>
                </a:srgbClr>
              </a:solidFill>
            </a:endParaRP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5391150" y="877888"/>
            <a:ext cx="0" cy="2163763"/>
          </a:xfrm>
          <a:prstGeom prst="line">
            <a:avLst/>
          </a:prstGeom>
          <a:ln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Picture 3" descr="J:\yash-branding\logo\YASH-SM-logo\yash-tagline-SM-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261" y="664402"/>
            <a:ext cx="3781426" cy="2590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658" y="56270"/>
            <a:ext cx="10969624" cy="5169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, Ch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1274663" y="304800"/>
            <a:ext cx="914162" cy="304800"/>
          </a:xfrm>
          <a:prstGeom prst="rect">
            <a:avLst/>
          </a:prstGeom>
          <a:solidFill>
            <a:srgbClr val="E7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baseline="-25000" dirty="0">
              <a:solidFill>
                <a:prstClr val="white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11376237" y="304801"/>
            <a:ext cx="711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E51F77A-6994-4D87-B3EF-4EDBFB93C3A5}" type="slidenum">
              <a:rPr lang="en-US" sz="1400" smtClean="0">
                <a:solidFill>
                  <a:prstClr val="white"/>
                </a:solidFill>
              </a:rPr>
              <a:t>‹#›</a:t>
            </a:fld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9782897" y="6475190"/>
            <a:ext cx="2336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Helvetica CE" pitchFamily="34" charset="0"/>
              </a:rPr>
              <a:t>www.yash.com</a:t>
            </a:r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2" y="228600"/>
            <a:ext cx="11274662" cy="715962"/>
          </a:xfrm>
          <a:prstGeom prst="rect">
            <a:avLst/>
          </a:prstGeom>
          <a:solidFill>
            <a:srgbClr val="EEF3FA"/>
          </a:solidFill>
        </p:spPr>
        <p:txBody>
          <a:bodyPr/>
          <a:lstStyle>
            <a:lvl1pPr>
              <a:defRPr sz="2800">
                <a:solidFill>
                  <a:srgbClr val="005BA1"/>
                </a:solidFill>
                <a:latin typeface="Helvetica CE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8"/>
          <p:cNvSpPr>
            <a:spLocks noGrp="1"/>
          </p:cNvSpPr>
          <p:nvPr>
            <p:ph sz="quarter" idx="10"/>
          </p:nvPr>
        </p:nvSpPr>
        <p:spPr>
          <a:xfrm>
            <a:off x="750834" y="1600200"/>
            <a:ext cx="10819698" cy="4572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58345"/>
              </a:buClr>
              <a:buFont typeface="Wingdings" panose="05000000000000000000" pitchFamily="2" charset="2"/>
              <a:buChar char="§"/>
              <a:defRPr sz="1800">
                <a:latin typeface="Helvetica CE" pitchFamily="34" charset="0"/>
              </a:defRPr>
            </a:lvl1pPr>
            <a:lvl2pPr marL="742950" indent="-28575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2pPr>
            <a:lvl3pPr marL="11430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3pPr>
            <a:lvl4pPr marL="16002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4pPr>
            <a:lvl5pPr marL="20574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/>
          <p:cNvSpPr>
            <a:spLocks noGrp="1"/>
          </p:cNvSpPr>
          <p:nvPr>
            <p:ph sz="quarter" idx="11"/>
          </p:nvPr>
        </p:nvSpPr>
        <p:spPr>
          <a:xfrm>
            <a:off x="750834" y="2286000"/>
            <a:ext cx="10819698" cy="4572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1pPr>
            <a:lvl2pPr marL="742950" indent="-28575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2pPr>
            <a:lvl3pPr marL="11430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3pPr>
            <a:lvl4pPr marL="16002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4pPr>
            <a:lvl5pPr marL="20574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8"/>
          <p:cNvSpPr>
            <a:spLocks noGrp="1"/>
          </p:cNvSpPr>
          <p:nvPr>
            <p:ph sz="quarter" idx="12"/>
          </p:nvPr>
        </p:nvSpPr>
        <p:spPr>
          <a:xfrm>
            <a:off x="750834" y="2971800"/>
            <a:ext cx="10819698" cy="4572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1pPr>
            <a:lvl2pPr marL="742950" indent="-28575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2pPr>
            <a:lvl3pPr marL="11430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3pPr>
            <a:lvl4pPr marL="16002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4pPr>
            <a:lvl5pPr marL="20574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quarter" idx="13"/>
          </p:nvPr>
        </p:nvSpPr>
        <p:spPr>
          <a:xfrm>
            <a:off x="750834" y="3657600"/>
            <a:ext cx="10819698" cy="4572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1pPr>
            <a:lvl2pPr marL="742950" indent="-28575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2pPr>
            <a:lvl3pPr marL="11430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3pPr>
            <a:lvl4pPr marL="16002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4pPr>
            <a:lvl5pPr marL="20574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8"/>
          <p:cNvSpPr>
            <a:spLocks noGrp="1"/>
          </p:cNvSpPr>
          <p:nvPr>
            <p:ph sz="quarter" idx="14"/>
          </p:nvPr>
        </p:nvSpPr>
        <p:spPr>
          <a:xfrm>
            <a:off x="750834" y="4343400"/>
            <a:ext cx="10819698" cy="4572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1pPr>
            <a:lvl2pPr marL="742950" indent="-28575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2pPr>
            <a:lvl3pPr marL="11430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3pPr>
            <a:lvl4pPr marL="16002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4pPr>
            <a:lvl5pPr marL="20574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>
          <a:xfrm>
            <a:off x="2223" y="1"/>
            <a:ext cx="12188951" cy="17852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" y="2336292"/>
            <a:ext cx="12188951" cy="4521708"/>
          </a:xfrm>
          <a:prstGeom prst="rect">
            <a:avLst/>
          </a:prstGeom>
        </p:spPr>
      </p:pic>
      <p:sp>
        <p:nvSpPr>
          <p:cNvPr id="35" name="Text Placeholder 34"/>
          <p:cNvSpPr>
            <a:spLocks noGrp="1"/>
          </p:cNvSpPr>
          <p:nvPr>
            <p:ph type="body" sz="quarter" idx="13" hasCustomPrompt="1"/>
          </p:nvPr>
        </p:nvSpPr>
        <p:spPr>
          <a:xfrm>
            <a:off x="5607051" y="1372339"/>
            <a:ext cx="5804008" cy="82583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30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0">
              <a:buNone/>
              <a:defRPr sz="266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19200" indent="0">
              <a:buNone/>
              <a:defRPr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828165" indent="0">
              <a:buNone/>
              <a:defRPr sz="213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437765" indent="0">
              <a:buNone/>
              <a:defRPr sz="213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THANK YOU</a:t>
            </a:r>
            <a:endParaRPr lang="en-IN" dirty="0"/>
          </a:p>
        </p:txBody>
      </p:sp>
      <p:sp>
        <p:nvSpPr>
          <p:cNvPr id="36" name="Text Placeholder 34"/>
          <p:cNvSpPr>
            <a:spLocks noGrp="1"/>
          </p:cNvSpPr>
          <p:nvPr>
            <p:ph type="body" sz="quarter" idx="14" hasCustomPrompt="1"/>
          </p:nvPr>
        </p:nvSpPr>
        <p:spPr>
          <a:xfrm>
            <a:off x="5614424" y="2293426"/>
            <a:ext cx="5797948" cy="3393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0">
              <a:buNone/>
              <a:defRPr sz="266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19200" indent="0">
              <a:buNone/>
              <a:defRPr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828165" indent="0">
              <a:buNone/>
              <a:defRPr sz="213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437765" indent="0">
              <a:buNone/>
              <a:defRPr sz="2135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Name &amp; Designation</a:t>
            </a:r>
            <a:endParaRPr lang="en-IN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509895" y="4529507"/>
            <a:ext cx="1762126" cy="431800"/>
            <a:chOff x="5213350" y="3213100"/>
            <a:chExt cx="1762125" cy="431800"/>
          </a:xfrm>
        </p:grpSpPr>
        <p:sp>
          <p:nvSpPr>
            <p:cNvPr id="7" name="Freeform 5"/>
            <p:cNvSpPr/>
            <p:nvPr userDrawn="1"/>
          </p:nvSpPr>
          <p:spPr bwMode="auto">
            <a:xfrm>
              <a:off x="5878513" y="3213100"/>
              <a:ext cx="431800" cy="431800"/>
            </a:xfrm>
            <a:custGeom>
              <a:avLst/>
              <a:gdLst>
                <a:gd name="T0" fmla="*/ 2247 w 4078"/>
                <a:gd name="T1" fmla="*/ 4070 h 4080"/>
                <a:gd name="T2" fmla="*/ 2549 w 4078"/>
                <a:gd name="T3" fmla="*/ 4015 h 4080"/>
                <a:gd name="T4" fmla="*/ 2833 w 4078"/>
                <a:gd name="T5" fmla="*/ 3920 h 4080"/>
                <a:gd name="T6" fmla="*/ 3096 w 4078"/>
                <a:gd name="T7" fmla="*/ 3784 h 4080"/>
                <a:gd name="T8" fmla="*/ 3336 w 4078"/>
                <a:gd name="T9" fmla="*/ 3615 h 4080"/>
                <a:gd name="T10" fmla="*/ 3548 w 4078"/>
                <a:gd name="T11" fmla="*/ 3412 h 4080"/>
                <a:gd name="T12" fmla="*/ 3730 w 4078"/>
                <a:gd name="T13" fmla="*/ 3181 h 4080"/>
                <a:gd name="T14" fmla="*/ 3877 w 4078"/>
                <a:gd name="T15" fmla="*/ 2924 h 4080"/>
                <a:gd name="T16" fmla="*/ 3986 w 4078"/>
                <a:gd name="T17" fmla="*/ 2646 h 4080"/>
                <a:gd name="T18" fmla="*/ 4055 w 4078"/>
                <a:gd name="T19" fmla="*/ 2351 h 4080"/>
                <a:gd name="T20" fmla="*/ 4078 w 4078"/>
                <a:gd name="T21" fmla="*/ 2039 h 4080"/>
                <a:gd name="T22" fmla="*/ 4055 w 4078"/>
                <a:gd name="T23" fmla="*/ 1729 h 4080"/>
                <a:gd name="T24" fmla="*/ 3986 w 4078"/>
                <a:gd name="T25" fmla="*/ 1434 h 4080"/>
                <a:gd name="T26" fmla="*/ 3877 w 4078"/>
                <a:gd name="T27" fmla="*/ 1156 h 4080"/>
                <a:gd name="T28" fmla="*/ 3730 w 4078"/>
                <a:gd name="T29" fmla="*/ 899 h 4080"/>
                <a:gd name="T30" fmla="*/ 3548 w 4078"/>
                <a:gd name="T31" fmla="*/ 668 h 4080"/>
                <a:gd name="T32" fmla="*/ 3336 w 4078"/>
                <a:gd name="T33" fmla="*/ 465 h 4080"/>
                <a:gd name="T34" fmla="*/ 3096 w 4078"/>
                <a:gd name="T35" fmla="*/ 296 h 4080"/>
                <a:gd name="T36" fmla="*/ 2833 w 4078"/>
                <a:gd name="T37" fmla="*/ 160 h 4080"/>
                <a:gd name="T38" fmla="*/ 2549 w 4078"/>
                <a:gd name="T39" fmla="*/ 65 h 4080"/>
                <a:gd name="T40" fmla="*/ 2247 w 4078"/>
                <a:gd name="T41" fmla="*/ 10 h 4080"/>
                <a:gd name="T42" fmla="*/ 1934 w 4078"/>
                <a:gd name="T43" fmla="*/ 3 h 4080"/>
                <a:gd name="T44" fmla="*/ 1628 w 4078"/>
                <a:gd name="T45" fmla="*/ 42 h 4080"/>
                <a:gd name="T46" fmla="*/ 1338 w 4078"/>
                <a:gd name="T47" fmla="*/ 124 h 4080"/>
                <a:gd name="T48" fmla="*/ 1067 w 4078"/>
                <a:gd name="T49" fmla="*/ 247 h 4080"/>
                <a:gd name="T50" fmla="*/ 819 w 4078"/>
                <a:gd name="T51" fmla="*/ 405 h 4080"/>
                <a:gd name="T52" fmla="*/ 597 w 4078"/>
                <a:gd name="T53" fmla="*/ 598 h 4080"/>
                <a:gd name="T54" fmla="*/ 405 w 4078"/>
                <a:gd name="T55" fmla="*/ 819 h 4080"/>
                <a:gd name="T56" fmla="*/ 246 w 4078"/>
                <a:gd name="T57" fmla="*/ 1068 h 4080"/>
                <a:gd name="T58" fmla="*/ 123 w 4078"/>
                <a:gd name="T59" fmla="*/ 1339 h 4080"/>
                <a:gd name="T60" fmla="*/ 41 w 4078"/>
                <a:gd name="T61" fmla="*/ 1629 h 4080"/>
                <a:gd name="T62" fmla="*/ 2 w 4078"/>
                <a:gd name="T63" fmla="*/ 1935 h 4080"/>
                <a:gd name="T64" fmla="*/ 11 w 4078"/>
                <a:gd name="T65" fmla="*/ 2249 h 4080"/>
                <a:gd name="T66" fmla="*/ 64 w 4078"/>
                <a:gd name="T67" fmla="*/ 2550 h 4080"/>
                <a:gd name="T68" fmla="*/ 161 w 4078"/>
                <a:gd name="T69" fmla="*/ 2834 h 4080"/>
                <a:gd name="T70" fmla="*/ 295 w 4078"/>
                <a:gd name="T71" fmla="*/ 3098 h 4080"/>
                <a:gd name="T72" fmla="*/ 466 w 4078"/>
                <a:gd name="T73" fmla="*/ 3338 h 4080"/>
                <a:gd name="T74" fmla="*/ 668 w 4078"/>
                <a:gd name="T75" fmla="*/ 3550 h 4080"/>
                <a:gd name="T76" fmla="*/ 898 w 4078"/>
                <a:gd name="T77" fmla="*/ 3731 h 4080"/>
                <a:gd name="T78" fmla="*/ 1154 w 4078"/>
                <a:gd name="T79" fmla="*/ 3879 h 4080"/>
                <a:gd name="T80" fmla="*/ 1432 w 4078"/>
                <a:gd name="T81" fmla="*/ 3988 h 4080"/>
                <a:gd name="T82" fmla="*/ 1729 w 4078"/>
                <a:gd name="T83" fmla="*/ 4056 h 4080"/>
                <a:gd name="T84" fmla="*/ 2039 w 4078"/>
                <a:gd name="T85" fmla="*/ 4080 h 4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78" h="4080">
                  <a:moveTo>
                    <a:pt x="2039" y="4080"/>
                  </a:moveTo>
                  <a:lnTo>
                    <a:pt x="2144" y="4077"/>
                  </a:lnTo>
                  <a:lnTo>
                    <a:pt x="2247" y="4070"/>
                  </a:lnTo>
                  <a:lnTo>
                    <a:pt x="2349" y="4056"/>
                  </a:lnTo>
                  <a:lnTo>
                    <a:pt x="2450" y="4038"/>
                  </a:lnTo>
                  <a:lnTo>
                    <a:pt x="2549" y="4015"/>
                  </a:lnTo>
                  <a:lnTo>
                    <a:pt x="2646" y="3988"/>
                  </a:lnTo>
                  <a:lnTo>
                    <a:pt x="2740" y="3956"/>
                  </a:lnTo>
                  <a:lnTo>
                    <a:pt x="2833" y="3920"/>
                  </a:lnTo>
                  <a:lnTo>
                    <a:pt x="2922" y="3879"/>
                  </a:lnTo>
                  <a:lnTo>
                    <a:pt x="3011" y="3834"/>
                  </a:lnTo>
                  <a:lnTo>
                    <a:pt x="3096" y="3784"/>
                  </a:lnTo>
                  <a:lnTo>
                    <a:pt x="3178" y="3731"/>
                  </a:lnTo>
                  <a:lnTo>
                    <a:pt x="3259" y="3675"/>
                  </a:lnTo>
                  <a:lnTo>
                    <a:pt x="3336" y="3615"/>
                  </a:lnTo>
                  <a:lnTo>
                    <a:pt x="3410" y="3550"/>
                  </a:lnTo>
                  <a:lnTo>
                    <a:pt x="3480" y="3482"/>
                  </a:lnTo>
                  <a:lnTo>
                    <a:pt x="3548" y="3412"/>
                  </a:lnTo>
                  <a:lnTo>
                    <a:pt x="3612" y="3338"/>
                  </a:lnTo>
                  <a:lnTo>
                    <a:pt x="3673" y="3261"/>
                  </a:lnTo>
                  <a:lnTo>
                    <a:pt x="3730" y="3181"/>
                  </a:lnTo>
                  <a:lnTo>
                    <a:pt x="3783" y="3098"/>
                  </a:lnTo>
                  <a:lnTo>
                    <a:pt x="3832" y="3013"/>
                  </a:lnTo>
                  <a:lnTo>
                    <a:pt x="3877" y="2924"/>
                  </a:lnTo>
                  <a:lnTo>
                    <a:pt x="3917" y="2834"/>
                  </a:lnTo>
                  <a:lnTo>
                    <a:pt x="3954" y="2741"/>
                  </a:lnTo>
                  <a:lnTo>
                    <a:pt x="3986" y="2646"/>
                  </a:lnTo>
                  <a:lnTo>
                    <a:pt x="4014" y="2550"/>
                  </a:lnTo>
                  <a:lnTo>
                    <a:pt x="4037" y="2451"/>
                  </a:lnTo>
                  <a:lnTo>
                    <a:pt x="4055" y="2351"/>
                  </a:lnTo>
                  <a:lnTo>
                    <a:pt x="4067" y="2249"/>
                  </a:lnTo>
                  <a:lnTo>
                    <a:pt x="4076" y="2145"/>
                  </a:lnTo>
                  <a:lnTo>
                    <a:pt x="4078" y="2039"/>
                  </a:lnTo>
                  <a:lnTo>
                    <a:pt x="4076" y="1935"/>
                  </a:lnTo>
                  <a:lnTo>
                    <a:pt x="4067" y="1831"/>
                  </a:lnTo>
                  <a:lnTo>
                    <a:pt x="4055" y="1729"/>
                  </a:lnTo>
                  <a:lnTo>
                    <a:pt x="4037" y="1629"/>
                  </a:lnTo>
                  <a:lnTo>
                    <a:pt x="4014" y="1530"/>
                  </a:lnTo>
                  <a:lnTo>
                    <a:pt x="3986" y="1434"/>
                  </a:lnTo>
                  <a:lnTo>
                    <a:pt x="3954" y="1339"/>
                  </a:lnTo>
                  <a:lnTo>
                    <a:pt x="3917" y="1246"/>
                  </a:lnTo>
                  <a:lnTo>
                    <a:pt x="3877" y="1156"/>
                  </a:lnTo>
                  <a:lnTo>
                    <a:pt x="3832" y="1068"/>
                  </a:lnTo>
                  <a:lnTo>
                    <a:pt x="3783" y="982"/>
                  </a:lnTo>
                  <a:lnTo>
                    <a:pt x="3730" y="899"/>
                  </a:lnTo>
                  <a:lnTo>
                    <a:pt x="3673" y="819"/>
                  </a:lnTo>
                  <a:lnTo>
                    <a:pt x="3612" y="742"/>
                  </a:lnTo>
                  <a:lnTo>
                    <a:pt x="3548" y="668"/>
                  </a:lnTo>
                  <a:lnTo>
                    <a:pt x="3480" y="598"/>
                  </a:lnTo>
                  <a:lnTo>
                    <a:pt x="3410" y="530"/>
                  </a:lnTo>
                  <a:lnTo>
                    <a:pt x="3336" y="465"/>
                  </a:lnTo>
                  <a:lnTo>
                    <a:pt x="3259" y="405"/>
                  </a:lnTo>
                  <a:lnTo>
                    <a:pt x="3178" y="349"/>
                  </a:lnTo>
                  <a:lnTo>
                    <a:pt x="3096" y="296"/>
                  </a:lnTo>
                  <a:lnTo>
                    <a:pt x="3011" y="247"/>
                  </a:lnTo>
                  <a:lnTo>
                    <a:pt x="2922" y="201"/>
                  </a:lnTo>
                  <a:lnTo>
                    <a:pt x="2833" y="160"/>
                  </a:lnTo>
                  <a:lnTo>
                    <a:pt x="2740" y="124"/>
                  </a:lnTo>
                  <a:lnTo>
                    <a:pt x="2646" y="92"/>
                  </a:lnTo>
                  <a:lnTo>
                    <a:pt x="2549" y="65"/>
                  </a:lnTo>
                  <a:lnTo>
                    <a:pt x="2450" y="42"/>
                  </a:lnTo>
                  <a:lnTo>
                    <a:pt x="2349" y="24"/>
                  </a:lnTo>
                  <a:lnTo>
                    <a:pt x="2247" y="10"/>
                  </a:lnTo>
                  <a:lnTo>
                    <a:pt x="2144" y="3"/>
                  </a:lnTo>
                  <a:lnTo>
                    <a:pt x="2039" y="0"/>
                  </a:lnTo>
                  <a:lnTo>
                    <a:pt x="1934" y="3"/>
                  </a:lnTo>
                  <a:lnTo>
                    <a:pt x="1831" y="10"/>
                  </a:lnTo>
                  <a:lnTo>
                    <a:pt x="1729" y="24"/>
                  </a:lnTo>
                  <a:lnTo>
                    <a:pt x="1628" y="42"/>
                  </a:lnTo>
                  <a:lnTo>
                    <a:pt x="1529" y="65"/>
                  </a:lnTo>
                  <a:lnTo>
                    <a:pt x="1432" y="92"/>
                  </a:lnTo>
                  <a:lnTo>
                    <a:pt x="1338" y="124"/>
                  </a:lnTo>
                  <a:lnTo>
                    <a:pt x="1245" y="160"/>
                  </a:lnTo>
                  <a:lnTo>
                    <a:pt x="1154" y="201"/>
                  </a:lnTo>
                  <a:lnTo>
                    <a:pt x="1067" y="247"/>
                  </a:lnTo>
                  <a:lnTo>
                    <a:pt x="982" y="296"/>
                  </a:lnTo>
                  <a:lnTo>
                    <a:pt x="898" y="349"/>
                  </a:lnTo>
                  <a:lnTo>
                    <a:pt x="819" y="405"/>
                  </a:lnTo>
                  <a:lnTo>
                    <a:pt x="742" y="465"/>
                  </a:lnTo>
                  <a:lnTo>
                    <a:pt x="668" y="530"/>
                  </a:lnTo>
                  <a:lnTo>
                    <a:pt x="597" y="598"/>
                  </a:lnTo>
                  <a:lnTo>
                    <a:pt x="530" y="668"/>
                  </a:lnTo>
                  <a:lnTo>
                    <a:pt x="466" y="742"/>
                  </a:lnTo>
                  <a:lnTo>
                    <a:pt x="405" y="819"/>
                  </a:lnTo>
                  <a:lnTo>
                    <a:pt x="348" y="899"/>
                  </a:lnTo>
                  <a:lnTo>
                    <a:pt x="295" y="982"/>
                  </a:lnTo>
                  <a:lnTo>
                    <a:pt x="246" y="1068"/>
                  </a:lnTo>
                  <a:lnTo>
                    <a:pt x="201" y="1156"/>
                  </a:lnTo>
                  <a:lnTo>
                    <a:pt x="161" y="1246"/>
                  </a:lnTo>
                  <a:lnTo>
                    <a:pt x="123" y="1339"/>
                  </a:lnTo>
                  <a:lnTo>
                    <a:pt x="92" y="1434"/>
                  </a:lnTo>
                  <a:lnTo>
                    <a:pt x="64" y="1530"/>
                  </a:lnTo>
                  <a:lnTo>
                    <a:pt x="41" y="1629"/>
                  </a:lnTo>
                  <a:lnTo>
                    <a:pt x="23" y="1729"/>
                  </a:lnTo>
                  <a:lnTo>
                    <a:pt x="11" y="1831"/>
                  </a:lnTo>
                  <a:lnTo>
                    <a:pt x="2" y="1935"/>
                  </a:lnTo>
                  <a:lnTo>
                    <a:pt x="0" y="2039"/>
                  </a:lnTo>
                  <a:lnTo>
                    <a:pt x="2" y="2145"/>
                  </a:lnTo>
                  <a:lnTo>
                    <a:pt x="11" y="2249"/>
                  </a:lnTo>
                  <a:lnTo>
                    <a:pt x="23" y="2351"/>
                  </a:lnTo>
                  <a:lnTo>
                    <a:pt x="41" y="2451"/>
                  </a:lnTo>
                  <a:lnTo>
                    <a:pt x="64" y="2550"/>
                  </a:lnTo>
                  <a:lnTo>
                    <a:pt x="92" y="2646"/>
                  </a:lnTo>
                  <a:lnTo>
                    <a:pt x="123" y="2741"/>
                  </a:lnTo>
                  <a:lnTo>
                    <a:pt x="161" y="2834"/>
                  </a:lnTo>
                  <a:lnTo>
                    <a:pt x="201" y="2924"/>
                  </a:lnTo>
                  <a:lnTo>
                    <a:pt x="246" y="3013"/>
                  </a:lnTo>
                  <a:lnTo>
                    <a:pt x="295" y="3098"/>
                  </a:lnTo>
                  <a:lnTo>
                    <a:pt x="348" y="3181"/>
                  </a:lnTo>
                  <a:lnTo>
                    <a:pt x="405" y="3261"/>
                  </a:lnTo>
                  <a:lnTo>
                    <a:pt x="466" y="3338"/>
                  </a:lnTo>
                  <a:lnTo>
                    <a:pt x="530" y="3412"/>
                  </a:lnTo>
                  <a:lnTo>
                    <a:pt x="597" y="3482"/>
                  </a:lnTo>
                  <a:lnTo>
                    <a:pt x="668" y="3550"/>
                  </a:lnTo>
                  <a:lnTo>
                    <a:pt x="742" y="3615"/>
                  </a:lnTo>
                  <a:lnTo>
                    <a:pt x="819" y="3675"/>
                  </a:lnTo>
                  <a:lnTo>
                    <a:pt x="898" y="3731"/>
                  </a:lnTo>
                  <a:lnTo>
                    <a:pt x="982" y="3784"/>
                  </a:lnTo>
                  <a:lnTo>
                    <a:pt x="1067" y="3834"/>
                  </a:lnTo>
                  <a:lnTo>
                    <a:pt x="1154" y="3879"/>
                  </a:lnTo>
                  <a:lnTo>
                    <a:pt x="1245" y="3920"/>
                  </a:lnTo>
                  <a:lnTo>
                    <a:pt x="1338" y="3956"/>
                  </a:lnTo>
                  <a:lnTo>
                    <a:pt x="1432" y="3988"/>
                  </a:lnTo>
                  <a:lnTo>
                    <a:pt x="1529" y="4015"/>
                  </a:lnTo>
                  <a:lnTo>
                    <a:pt x="1628" y="4038"/>
                  </a:lnTo>
                  <a:lnTo>
                    <a:pt x="1729" y="4056"/>
                  </a:lnTo>
                  <a:lnTo>
                    <a:pt x="1831" y="4070"/>
                  </a:lnTo>
                  <a:lnTo>
                    <a:pt x="1934" y="4077"/>
                  </a:lnTo>
                  <a:lnTo>
                    <a:pt x="2039" y="408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IN" dirty="0">
                <a:latin typeface="+mn-lt"/>
              </a:endParaRPr>
            </a:p>
          </p:txBody>
        </p:sp>
        <p:sp>
          <p:nvSpPr>
            <p:cNvPr id="9" name="Freeform 6"/>
            <p:cNvSpPr/>
            <p:nvPr userDrawn="1"/>
          </p:nvSpPr>
          <p:spPr bwMode="auto">
            <a:xfrm>
              <a:off x="5986463" y="3351213"/>
              <a:ext cx="215900" cy="176213"/>
            </a:xfrm>
            <a:custGeom>
              <a:avLst/>
              <a:gdLst>
                <a:gd name="T0" fmla="*/ 1926 w 2043"/>
                <a:gd name="T1" fmla="*/ 238 h 1661"/>
                <a:gd name="T2" fmla="*/ 1818 w 2043"/>
                <a:gd name="T3" fmla="*/ 253 h 1661"/>
                <a:gd name="T4" fmla="*/ 1890 w 2043"/>
                <a:gd name="T5" fmla="*/ 192 h 1661"/>
                <a:gd name="T6" fmla="*/ 1947 w 2043"/>
                <a:gd name="T7" fmla="*/ 117 h 1661"/>
                <a:gd name="T8" fmla="*/ 1987 w 2043"/>
                <a:gd name="T9" fmla="*/ 31 h 1661"/>
                <a:gd name="T10" fmla="*/ 1825 w 2043"/>
                <a:gd name="T11" fmla="*/ 105 h 1661"/>
                <a:gd name="T12" fmla="*/ 1690 w 2043"/>
                <a:gd name="T13" fmla="*/ 104 h 1661"/>
                <a:gd name="T14" fmla="*/ 1603 w 2043"/>
                <a:gd name="T15" fmla="*/ 44 h 1661"/>
                <a:gd name="T16" fmla="*/ 1503 w 2043"/>
                <a:gd name="T17" fmla="*/ 9 h 1661"/>
                <a:gd name="T18" fmla="*/ 1393 w 2043"/>
                <a:gd name="T19" fmla="*/ 1 h 1661"/>
                <a:gd name="T20" fmla="*/ 1290 w 2043"/>
                <a:gd name="T21" fmla="*/ 18 h 1661"/>
                <a:gd name="T22" fmla="*/ 1197 w 2043"/>
                <a:gd name="T23" fmla="*/ 61 h 1661"/>
                <a:gd name="T24" fmla="*/ 1118 w 2043"/>
                <a:gd name="T25" fmla="*/ 122 h 1661"/>
                <a:gd name="T26" fmla="*/ 1056 w 2043"/>
                <a:gd name="T27" fmla="*/ 202 h 1661"/>
                <a:gd name="T28" fmla="*/ 1015 w 2043"/>
                <a:gd name="T29" fmla="*/ 294 h 1661"/>
                <a:gd name="T30" fmla="*/ 996 w 2043"/>
                <a:gd name="T31" fmla="*/ 397 h 1661"/>
                <a:gd name="T32" fmla="*/ 1006 w 2043"/>
                <a:gd name="T33" fmla="*/ 515 h 1661"/>
                <a:gd name="T34" fmla="*/ 846 w 2043"/>
                <a:gd name="T35" fmla="*/ 496 h 1661"/>
                <a:gd name="T36" fmla="*/ 693 w 2043"/>
                <a:gd name="T37" fmla="*/ 457 h 1661"/>
                <a:gd name="T38" fmla="*/ 549 w 2043"/>
                <a:gd name="T39" fmla="*/ 398 h 1661"/>
                <a:gd name="T40" fmla="*/ 415 w 2043"/>
                <a:gd name="T41" fmla="*/ 322 h 1661"/>
                <a:gd name="T42" fmla="*/ 293 w 2043"/>
                <a:gd name="T43" fmla="*/ 230 h 1661"/>
                <a:gd name="T44" fmla="*/ 182 w 2043"/>
                <a:gd name="T45" fmla="*/ 124 h 1661"/>
                <a:gd name="T46" fmla="*/ 108 w 2043"/>
                <a:gd name="T47" fmla="*/ 151 h 1661"/>
                <a:gd name="T48" fmla="*/ 86 w 2043"/>
                <a:gd name="T49" fmla="*/ 288 h 1661"/>
                <a:gd name="T50" fmla="*/ 106 w 2043"/>
                <a:gd name="T51" fmla="*/ 418 h 1661"/>
                <a:gd name="T52" fmla="*/ 164 w 2043"/>
                <a:gd name="T53" fmla="*/ 532 h 1661"/>
                <a:gd name="T54" fmla="*/ 252 w 2043"/>
                <a:gd name="T55" fmla="*/ 622 h 1661"/>
                <a:gd name="T56" fmla="*/ 173 w 2043"/>
                <a:gd name="T57" fmla="*/ 621 h 1661"/>
                <a:gd name="T58" fmla="*/ 82 w 2043"/>
                <a:gd name="T59" fmla="*/ 589 h 1661"/>
                <a:gd name="T60" fmla="*/ 93 w 2043"/>
                <a:gd name="T61" fmla="*/ 682 h 1661"/>
                <a:gd name="T62" fmla="*/ 122 w 2043"/>
                <a:gd name="T63" fmla="*/ 767 h 1661"/>
                <a:gd name="T64" fmla="*/ 168 w 2043"/>
                <a:gd name="T65" fmla="*/ 843 h 1661"/>
                <a:gd name="T66" fmla="*/ 228 w 2043"/>
                <a:gd name="T67" fmla="*/ 907 h 1661"/>
                <a:gd name="T68" fmla="*/ 301 w 2043"/>
                <a:gd name="T69" fmla="*/ 957 h 1661"/>
                <a:gd name="T70" fmla="*/ 383 w 2043"/>
                <a:gd name="T71" fmla="*/ 992 h 1661"/>
                <a:gd name="T72" fmla="*/ 336 w 2043"/>
                <a:gd name="T73" fmla="*/ 1015 h 1661"/>
                <a:gd name="T74" fmla="*/ 229 w 2043"/>
                <a:gd name="T75" fmla="*/ 1007 h 1661"/>
                <a:gd name="T76" fmla="*/ 261 w 2043"/>
                <a:gd name="T77" fmla="*/ 1082 h 1661"/>
                <a:gd name="T78" fmla="*/ 307 w 2043"/>
                <a:gd name="T79" fmla="*/ 1148 h 1661"/>
                <a:gd name="T80" fmla="*/ 363 w 2043"/>
                <a:gd name="T81" fmla="*/ 1204 h 1661"/>
                <a:gd name="T82" fmla="*/ 430 w 2043"/>
                <a:gd name="T83" fmla="*/ 1249 h 1661"/>
                <a:gd name="T84" fmla="*/ 505 w 2043"/>
                <a:gd name="T85" fmla="*/ 1280 h 1661"/>
                <a:gd name="T86" fmla="*/ 587 w 2043"/>
                <a:gd name="T87" fmla="*/ 1297 h 1661"/>
                <a:gd name="T88" fmla="*/ 536 w 2043"/>
                <a:gd name="T89" fmla="*/ 1357 h 1661"/>
                <a:gd name="T90" fmla="*/ 380 w 2043"/>
                <a:gd name="T91" fmla="*/ 1431 h 1661"/>
                <a:gd name="T92" fmla="*/ 209 w 2043"/>
                <a:gd name="T93" fmla="*/ 1472 h 1661"/>
                <a:gd name="T94" fmla="*/ 50 w 2043"/>
                <a:gd name="T95" fmla="*/ 1477 h 1661"/>
                <a:gd name="T96" fmla="*/ 108 w 2043"/>
                <a:gd name="T97" fmla="*/ 1534 h 1661"/>
                <a:gd name="T98" fmla="*/ 302 w 2043"/>
                <a:gd name="T99" fmla="*/ 1611 h 1661"/>
                <a:gd name="T100" fmla="*/ 511 w 2043"/>
                <a:gd name="T101" fmla="*/ 1654 h 1661"/>
                <a:gd name="T102" fmla="*/ 783 w 2043"/>
                <a:gd name="T103" fmla="*/ 1653 h 1661"/>
                <a:gd name="T104" fmla="*/ 1098 w 2043"/>
                <a:gd name="T105" fmla="*/ 1577 h 1661"/>
                <a:gd name="T106" fmla="*/ 1359 w 2043"/>
                <a:gd name="T107" fmla="*/ 1429 h 1661"/>
                <a:gd name="T108" fmla="*/ 1564 w 2043"/>
                <a:gd name="T109" fmla="*/ 1228 h 1661"/>
                <a:gd name="T110" fmla="*/ 1714 w 2043"/>
                <a:gd name="T111" fmla="*/ 990 h 1661"/>
                <a:gd name="T112" fmla="*/ 1805 w 2043"/>
                <a:gd name="T113" fmla="*/ 732 h 1661"/>
                <a:gd name="T114" fmla="*/ 1835 w 2043"/>
                <a:gd name="T115" fmla="*/ 468 h 1661"/>
                <a:gd name="T116" fmla="*/ 1864 w 2043"/>
                <a:gd name="T117" fmla="*/ 391 h 1661"/>
                <a:gd name="T118" fmla="*/ 1998 w 2043"/>
                <a:gd name="T119" fmla="*/ 258 h 1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043" h="1661">
                  <a:moveTo>
                    <a:pt x="2043" y="196"/>
                  </a:moveTo>
                  <a:lnTo>
                    <a:pt x="2015" y="209"/>
                  </a:lnTo>
                  <a:lnTo>
                    <a:pt x="1986" y="219"/>
                  </a:lnTo>
                  <a:lnTo>
                    <a:pt x="1957" y="230"/>
                  </a:lnTo>
                  <a:lnTo>
                    <a:pt x="1926" y="238"/>
                  </a:lnTo>
                  <a:lnTo>
                    <a:pt x="1896" y="246"/>
                  </a:lnTo>
                  <a:lnTo>
                    <a:pt x="1865" y="253"/>
                  </a:lnTo>
                  <a:lnTo>
                    <a:pt x="1834" y="258"/>
                  </a:lnTo>
                  <a:lnTo>
                    <a:pt x="1803" y="263"/>
                  </a:lnTo>
                  <a:lnTo>
                    <a:pt x="1818" y="253"/>
                  </a:lnTo>
                  <a:lnTo>
                    <a:pt x="1834" y="242"/>
                  </a:lnTo>
                  <a:lnTo>
                    <a:pt x="1848" y="231"/>
                  </a:lnTo>
                  <a:lnTo>
                    <a:pt x="1863" y="218"/>
                  </a:lnTo>
                  <a:lnTo>
                    <a:pt x="1877" y="206"/>
                  </a:lnTo>
                  <a:lnTo>
                    <a:pt x="1890" y="192"/>
                  </a:lnTo>
                  <a:lnTo>
                    <a:pt x="1903" y="179"/>
                  </a:lnTo>
                  <a:lnTo>
                    <a:pt x="1915" y="164"/>
                  </a:lnTo>
                  <a:lnTo>
                    <a:pt x="1926" y="149"/>
                  </a:lnTo>
                  <a:lnTo>
                    <a:pt x="1937" y="133"/>
                  </a:lnTo>
                  <a:lnTo>
                    <a:pt x="1947" y="117"/>
                  </a:lnTo>
                  <a:lnTo>
                    <a:pt x="1957" y="101"/>
                  </a:lnTo>
                  <a:lnTo>
                    <a:pt x="1965" y="84"/>
                  </a:lnTo>
                  <a:lnTo>
                    <a:pt x="1973" y="66"/>
                  </a:lnTo>
                  <a:lnTo>
                    <a:pt x="1980" y="49"/>
                  </a:lnTo>
                  <a:lnTo>
                    <a:pt x="1987" y="31"/>
                  </a:lnTo>
                  <a:lnTo>
                    <a:pt x="1956" y="49"/>
                  </a:lnTo>
                  <a:lnTo>
                    <a:pt x="1924" y="64"/>
                  </a:lnTo>
                  <a:lnTo>
                    <a:pt x="1892" y="79"/>
                  </a:lnTo>
                  <a:lnTo>
                    <a:pt x="1859" y="92"/>
                  </a:lnTo>
                  <a:lnTo>
                    <a:pt x="1825" y="105"/>
                  </a:lnTo>
                  <a:lnTo>
                    <a:pt x="1791" y="115"/>
                  </a:lnTo>
                  <a:lnTo>
                    <a:pt x="1756" y="125"/>
                  </a:lnTo>
                  <a:lnTo>
                    <a:pt x="1720" y="132"/>
                  </a:lnTo>
                  <a:lnTo>
                    <a:pt x="1706" y="117"/>
                  </a:lnTo>
                  <a:lnTo>
                    <a:pt x="1690" y="104"/>
                  </a:lnTo>
                  <a:lnTo>
                    <a:pt x="1675" y="90"/>
                  </a:lnTo>
                  <a:lnTo>
                    <a:pt x="1657" y="78"/>
                  </a:lnTo>
                  <a:lnTo>
                    <a:pt x="1640" y="65"/>
                  </a:lnTo>
                  <a:lnTo>
                    <a:pt x="1621" y="55"/>
                  </a:lnTo>
                  <a:lnTo>
                    <a:pt x="1603" y="44"/>
                  </a:lnTo>
                  <a:lnTo>
                    <a:pt x="1584" y="36"/>
                  </a:lnTo>
                  <a:lnTo>
                    <a:pt x="1564" y="28"/>
                  </a:lnTo>
                  <a:lnTo>
                    <a:pt x="1544" y="20"/>
                  </a:lnTo>
                  <a:lnTo>
                    <a:pt x="1524" y="14"/>
                  </a:lnTo>
                  <a:lnTo>
                    <a:pt x="1503" y="9"/>
                  </a:lnTo>
                  <a:lnTo>
                    <a:pt x="1481" y="5"/>
                  </a:lnTo>
                  <a:lnTo>
                    <a:pt x="1459" y="3"/>
                  </a:lnTo>
                  <a:lnTo>
                    <a:pt x="1437" y="1"/>
                  </a:lnTo>
                  <a:lnTo>
                    <a:pt x="1414" y="0"/>
                  </a:lnTo>
                  <a:lnTo>
                    <a:pt x="1393" y="1"/>
                  </a:lnTo>
                  <a:lnTo>
                    <a:pt x="1372" y="2"/>
                  </a:lnTo>
                  <a:lnTo>
                    <a:pt x="1351" y="5"/>
                  </a:lnTo>
                  <a:lnTo>
                    <a:pt x="1330" y="9"/>
                  </a:lnTo>
                  <a:lnTo>
                    <a:pt x="1309" y="13"/>
                  </a:lnTo>
                  <a:lnTo>
                    <a:pt x="1290" y="18"/>
                  </a:lnTo>
                  <a:lnTo>
                    <a:pt x="1271" y="26"/>
                  </a:lnTo>
                  <a:lnTo>
                    <a:pt x="1251" y="33"/>
                  </a:lnTo>
                  <a:lnTo>
                    <a:pt x="1233" y="41"/>
                  </a:lnTo>
                  <a:lnTo>
                    <a:pt x="1215" y="51"/>
                  </a:lnTo>
                  <a:lnTo>
                    <a:pt x="1197" y="61"/>
                  </a:lnTo>
                  <a:lnTo>
                    <a:pt x="1180" y="71"/>
                  </a:lnTo>
                  <a:lnTo>
                    <a:pt x="1164" y="83"/>
                  </a:lnTo>
                  <a:lnTo>
                    <a:pt x="1148" y="95"/>
                  </a:lnTo>
                  <a:lnTo>
                    <a:pt x="1132" y="109"/>
                  </a:lnTo>
                  <a:lnTo>
                    <a:pt x="1118" y="122"/>
                  </a:lnTo>
                  <a:lnTo>
                    <a:pt x="1104" y="137"/>
                  </a:lnTo>
                  <a:lnTo>
                    <a:pt x="1091" y="153"/>
                  </a:lnTo>
                  <a:lnTo>
                    <a:pt x="1079" y="168"/>
                  </a:lnTo>
                  <a:lnTo>
                    <a:pt x="1067" y="185"/>
                  </a:lnTo>
                  <a:lnTo>
                    <a:pt x="1056" y="202"/>
                  </a:lnTo>
                  <a:lnTo>
                    <a:pt x="1046" y="219"/>
                  </a:lnTo>
                  <a:lnTo>
                    <a:pt x="1037" y="237"/>
                  </a:lnTo>
                  <a:lnTo>
                    <a:pt x="1028" y="256"/>
                  </a:lnTo>
                  <a:lnTo>
                    <a:pt x="1021" y="276"/>
                  </a:lnTo>
                  <a:lnTo>
                    <a:pt x="1015" y="294"/>
                  </a:lnTo>
                  <a:lnTo>
                    <a:pt x="1009" y="314"/>
                  </a:lnTo>
                  <a:lnTo>
                    <a:pt x="1004" y="335"/>
                  </a:lnTo>
                  <a:lnTo>
                    <a:pt x="1000" y="356"/>
                  </a:lnTo>
                  <a:lnTo>
                    <a:pt x="998" y="377"/>
                  </a:lnTo>
                  <a:lnTo>
                    <a:pt x="996" y="397"/>
                  </a:lnTo>
                  <a:lnTo>
                    <a:pt x="996" y="419"/>
                  </a:lnTo>
                  <a:lnTo>
                    <a:pt x="996" y="444"/>
                  </a:lnTo>
                  <a:lnTo>
                    <a:pt x="998" y="468"/>
                  </a:lnTo>
                  <a:lnTo>
                    <a:pt x="1001" y="491"/>
                  </a:lnTo>
                  <a:lnTo>
                    <a:pt x="1006" y="515"/>
                  </a:lnTo>
                  <a:lnTo>
                    <a:pt x="974" y="513"/>
                  </a:lnTo>
                  <a:lnTo>
                    <a:pt x="942" y="510"/>
                  </a:lnTo>
                  <a:lnTo>
                    <a:pt x="910" y="506"/>
                  </a:lnTo>
                  <a:lnTo>
                    <a:pt x="877" y="501"/>
                  </a:lnTo>
                  <a:lnTo>
                    <a:pt x="846" y="496"/>
                  </a:lnTo>
                  <a:lnTo>
                    <a:pt x="815" y="489"/>
                  </a:lnTo>
                  <a:lnTo>
                    <a:pt x="784" y="483"/>
                  </a:lnTo>
                  <a:lnTo>
                    <a:pt x="754" y="474"/>
                  </a:lnTo>
                  <a:lnTo>
                    <a:pt x="723" y="466"/>
                  </a:lnTo>
                  <a:lnTo>
                    <a:pt x="693" y="457"/>
                  </a:lnTo>
                  <a:lnTo>
                    <a:pt x="664" y="446"/>
                  </a:lnTo>
                  <a:lnTo>
                    <a:pt x="635" y="435"/>
                  </a:lnTo>
                  <a:lnTo>
                    <a:pt x="606" y="423"/>
                  </a:lnTo>
                  <a:lnTo>
                    <a:pt x="577" y="411"/>
                  </a:lnTo>
                  <a:lnTo>
                    <a:pt x="549" y="398"/>
                  </a:lnTo>
                  <a:lnTo>
                    <a:pt x="522" y="384"/>
                  </a:lnTo>
                  <a:lnTo>
                    <a:pt x="494" y="369"/>
                  </a:lnTo>
                  <a:lnTo>
                    <a:pt x="467" y="355"/>
                  </a:lnTo>
                  <a:lnTo>
                    <a:pt x="441" y="339"/>
                  </a:lnTo>
                  <a:lnTo>
                    <a:pt x="415" y="322"/>
                  </a:lnTo>
                  <a:lnTo>
                    <a:pt x="389" y="305"/>
                  </a:lnTo>
                  <a:lnTo>
                    <a:pt x="364" y="287"/>
                  </a:lnTo>
                  <a:lnTo>
                    <a:pt x="339" y="268"/>
                  </a:lnTo>
                  <a:lnTo>
                    <a:pt x="315" y="249"/>
                  </a:lnTo>
                  <a:lnTo>
                    <a:pt x="293" y="230"/>
                  </a:lnTo>
                  <a:lnTo>
                    <a:pt x="270" y="210"/>
                  </a:lnTo>
                  <a:lnTo>
                    <a:pt x="247" y="189"/>
                  </a:lnTo>
                  <a:lnTo>
                    <a:pt x="225" y="167"/>
                  </a:lnTo>
                  <a:lnTo>
                    <a:pt x="203" y="145"/>
                  </a:lnTo>
                  <a:lnTo>
                    <a:pt x="182" y="124"/>
                  </a:lnTo>
                  <a:lnTo>
                    <a:pt x="163" y="101"/>
                  </a:lnTo>
                  <a:lnTo>
                    <a:pt x="143" y="77"/>
                  </a:lnTo>
                  <a:lnTo>
                    <a:pt x="130" y="101"/>
                  </a:lnTo>
                  <a:lnTo>
                    <a:pt x="119" y="125"/>
                  </a:lnTo>
                  <a:lnTo>
                    <a:pt x="108" y="151"/>
                  </a:lnTo>
                  <a:lnTo>
                    <a:pt x="101" y="177"/>
                  </a:lnTo>
                  <a:lnTo>
                    <a:pt x="94" y="204"/>
                  </a:lnTo>
                  <a:lnTo>
                    <a:pt x="90" y="231"/>
                  </a:lnTo>
                  <a:lnTo>
                    <a:pt x="87" y="259"/>
                  </a:lnTo>
                  <a:lnTo>
                    <a:pt x="86" y="288"/>
                  </a:lnTo>
                  <a:lnTo>
                    <a:pt x="87" y="315"/>
                  </a:lnTo>
                  <a:lnTo>
                    <a:pt x="90" y="341"/>
                  </a:lnTo>
                  <a:lnTo>
                    <a:pt x="94" y="367"/>
                  </a:lnTo>
                  <a:lnTo>
                    <a:pt x="99" y="393"/>
                  </a:lnTo>
                  <a:lnTo>
                    <a:pt x="106" y="418"/>
                  </a:lnTo>
                  <a:lnTo>
                    <a:pt x="116" y="442"/>
                  </a:lnTo>
                  <a:lnTo>
                    <a:pt x="125" y="466"/>
                  </a:lnTo>
                  <a:lnTo>
                    <a:pt x="137" y="488"/>
                  </a:lnTo>
                  <a:lnTo>
                    <a:pt x="150" y="510"/>
                  </a:lnTo>
                  <a:lnTo>
                    <a:pt x="164" y="532"/>
                  </a:lnTo>
                  <a:lnTo>
                    <a:pt x="179" y="551"/>
                  </a:lnTo>
                  <a:lnTo>
                    <a:pt x="196" y="570"/>
                  </a:lnTo>
                  <a:lnTo>
                    <a:pt x="214" y="589"/>
                  </a:lnTo>
                  <a:lnTo>
                    <a:pt x="232" y="606"/>
                  </a:lnTo>
                  <a:lnTo>
                    <a:pt x="252" y="622"/>
                  </a:lnTo>
                  <a:lnTo>
                    <a:pt x="273" y="637"/>
                  </a:lnTo>
                  <a:lnTo>
                    <a:pt x="247" y="635"/>
                  </a:lnTo>
                  <a:lnTo>
                    <a:pt x="222" y="632"/>
                  </a:lnTo>
                  <a:lnTo>
                    <a:pt x="197" y="627"/>
                  </a:lnTo>
                  <a:lnTo>
                    <a:pt x="173" y="621"/>
                  </a:lnTo>
                  <a:lnTo>
                    <a:pt x="149" y="614"/>
                  </a:lnTo>
                  <a:lnTo>
                    <a:pt x="126" y="606"/>
                  </a:lnTo>
                  <a:lnTo>
                    <a:pt x="104" y="595"/>
                  </a:lnTo>
                  <a:lnTo>
                    <a:pt x="82" y="584"/>
                  </a:lnTo>
                  <a:lnTo>
                    <a:pt x="82" y="589"/>
                  </a:lnTo>
                  <a:lnTo>
                    <a:pt x="82" y="609"/>
                  </a:lnTo>
                  <a:lnTo>
                    <a:pt x="84" y="627"/>
                  </a:lnTo>
                  <a:lnTo>
                    <a:pt x="87" y="645"/>
                  </a:lnTo>
                  <a:lnTo>
                    <a:pt x="89" y="664"/>
                  </a:lnTo>
                  <a:lnTo>
                    <a:pt x="93" y="682"/>
                  </a:lnTo>
                  <a:lnTo>
                    <a:pt x="97" y="699"/>
                  </a:lnTo>
                  <a:lnTo>
                    <a:pt x="102" y="717"/>
                  </a:lnTo>
                  <a:lnTo>
                    <a:pt x="108" y="734"/>
                  </a:lnTo>
                  <a:lnTo>
                    <a:pt x="115" y="750"/>
                  </a:lnTo>
                  <a:lnTo>
                    <a:pt x="122" y="767"/>
                  </a:lnTo>
                  <a:lnTo>
                    <a:pt x="129" y="783"/>
                  </a:lnTo>
                  <a:lnTo>
                    <a:pt x="139" y="798"/>
                  </a:lnTo>
                  <a:lnTo>
                    <a:pt x="147" y="814"/>
                  </a:lnTo>
                  <a:lnTo>
                    <a:pt x="157" y="828"/>
                  </a:lnTo>
                  <a:lnTo>
                    <a:pt x="168" y="843"/>
                  </a:lnTo>
                  <a:lnTo>
                    <a:pt x="178" y="856"/>
                  </a:lnTo>
                  <a:lnTo>
                    <a:pt x="191" y="870"/>
                  </a:lnTo>
                  <a:lnTo>
                    <a:pt x="202" y="882"/>
                  </a:lnTo>
                  <a:lnTo>
                    <a:pt x="215" y="895"/>
                  </a:lnTo>
                  <a:lnTo>
                    <a:pt x="228" y="907"/>
                  </a:lnTo>
                  <a:lnTo>
                    <a:pt x="242" y="918"/>
                  </a:lnTo>
                  <a:lnTo>
                    <a:pt x="256" y="929"/>
                  </a:lnTo>
                  <a:lnTo>
                    <a:pt x="270" y="939"/>
                  </a:lnTo>
                  <a:lnTo>
                    <a:pt x="285" y="948"/>
                  </a:lnTo>
                  <a:lnTo>
                    <a:pt x="301" y="957"/>
                  </a:lnTo>
                  <a:lnTo>
                    <a:pt x="317" y="966"/>
                  </a:lnTo>
                  <a:lnTo>
                    <a:pt x="332" y="973"/>
                  </a:lnTo>
                  <a:lnTo>
                    <a:pt x="349" y="980"/>
                  </a:lnTo>
                  <a:lnTo>
                    <a:pt x="366" y="987"/>
                  </a:lnTo>
                  <a:lnTo>
                    <a:pt x="383" y="992"/>
                  </a:lnTo>
                  <a:lnTo>
                    <a:pt x="401" y="996"/>
                  </a:lnTo>
                  <a:lnTo>
                    <a:pt x="419" y="1000"/>
                  </a:lnTo>
                  <a:lnTo>
                    <a:pt x="391" y="1006"/>
                  </a:lnTo>
                  <a:lnTo>
                    <a:pt x="364" y="1012"/>
                  </a:lnTo>
                  <a:lnTo>
                    <a:pt x="336" y="1015"/>
                  </a:lnTo>
                  <a:lnTo>
                    <a:pt x="308" y="1015"/>
                  </a:lnTo>
                  <a:lnTo>
                    <a:pt x="288" y="1015"/>
                  </a:lnTo>
                  <a:lnTo>
                    <a:pt x="269" y="1014"/>
                  </a:lnTo>
                  <a:lnTo>
                    <a:pt x="249" y="1011"/>
                  </a:lnTo>
                  <a:lnTo>
                    <a:pt x="229" y="1007"/>
                  </a:lnTo>
                  <a:lnTo>
                    <a:pt x="234" y="1023"/>
                  </a:lnTo>
                  <a:lnTo>
                    <a:pt x="241" y="1039"/>
                  </a:lnTo>
                  <a:lnTo>
                    <a:pt x="247" y="1053"/>
                  </a:lnTo>
                  <a:lnTo>
                    <a:pt x="254" y="1068"/>
                  </a:lnTo>
                  <a:lnTo>
                    <a:pt x="261" y="1082"/>
                  </a:lnTo>
                  <a:lnTo>
                    <a:pt x="270" y="1096"/>
                  </a:lnTo>
                  <a:lnTo>
                    <a:pt x="278" y="1109"/>
                  </a:lnTo>
                  <a:lnTo>
                    <a:pt x="287" y="1123"/>
                  </a:lnTo>
                  <a:lnTo>
                    <a:pt x="297" y="1135"/>
                  </a:lnTo>
                  <a:lnTo>
                    <a:pt x="307" y="1148"/>
                  </a:lnTo>
                  <a:lnTo>
                    <a:pt x="318" y="1160"/>
                  </a:lnTo>
                  <a:lnTo>
                    <a:pt x="328" y="1172"/>
                  </a:lnTo>
                  <a:lnTo>
                    <a:pt x="339" y="1183"/>
                  </a:lnTo>
                  <a:lnTo>
                    <a:pt x="352" y="1194"/>
                  </a:lnTo>
                  <a:lnTo>
                    <a:pt x="363" y="1204"/>
                  </a:lnTo>
                  <a:lnTo>
                    <a:pt x="376" y="1215"/>
                  </a:lnTo>
                  <a:lnTo>
                    <a:pt x="389" y="1224"/>
                  </a:lnTo>
                  <a:lnTo>
                    <a:pt x="403" y="1232"/>
                  </a:lnTo>
                  <a:lnTo>
                    <a:pt x="416" y="1242"/>
                  </a:lnTo>
                  <a:lnTo>
                    <a:pt x="430" y="1249"/>
                  </a:lnTo>
                  <a:lnTo>
                    <a:pt x="445" y="1256"/>
                  </a:lnTo>
                  <a:lnTo>
                    <a:pt x="459" y="1264"/>
                  </a:lnTo>
                  <a:lnTo>
                    <a:pt x="475" y="1270"/>
                  </a:lnTo>
                  <a:lnTo>
                    <a:pt x="489" y="1275"/>
                  </a:lnTo>
                  <a:lnTo>
                    <a:pt x="505" y="1280"/>
                  </a:lnTo>
                  <a:lnTo>
                    <a:pt x="522" y="1285"/>
                  </a:lnTo>
                  <a:lnTo>
                    <a:pt x="537" y="1288"/>
                  </a:lnTo>
                  <a:lnTo>
                    <a:pt x="554" y="1292"/>
                  </a:lnTo>
                  <a:lnTo>
                    <a:pt x="570" y="1295"/>
                  </a:lnTo>
                  <a:lnTo>
                    <a:pt x="587" y="1297"/>
                  </a:lnTo>
                  <a:lnTo>
                    <a:pt x="604" y="1298"/>
                  </a:lnTo>
                  <a:lnTo>
                    <a:pt x="620" y="1299"/>
                  </a:lnTo>
                  <a:lnTo>
                    <a:pt x="593" y="1320"/>
                  </a:lnTo>
                  <a:lnTo>
                    <a:pt x="565" y="1338"/>
                  </a:lnTo>
                  <a:lnTo>
                    <a:pt x="536" y="1357"/>
                  </a:lnTo>
                  <a:lnTo>
                    <a:pt x="507" y="1374"/>
                  </a:lnTo>
                  <a:lnTo>
                    <a:pt x="476" y="1391"/>
                  </a:lnTo>
                  <a:lnTo>
                    <a:pt x="445" y="1405"/>
                  </a:lnTo>
                  <a:lnTo>
                    <a:pt x="413" y="1419"/>
                  </a:lnTo>
                  <a:lnTo>
                    <a:pt x="380" y="1431"/>
                  </a:lnTo>
                  <a:lnTo>
                    <a:pt x="348" y="1442"/>
                  </a:lnTo>
                  <a:lnTo>
                    <a:pt x="313" y="1451"/>
                  </a:lnTo>
                  <a:lnTo>
                    <a:pt x="279" y="1459"/>
                  </a:lnTo>
                  <a:lnTo>
                    <a:pt x="245" y="1465"/>
                  </a:lnTo>
                  <a:lnTo>
                    <a:pt x="209" y="1472"/>
                  </a:lnTo>
                  <a:lnTo>
                    <a:pt x="173" y="1475"/>
                  </a:lnTo>
                  <a:lnTo>
                    <a:pt x="137" y="1477"/>
                  </a:lnTo>
                  <a:lnTo>
                    <a:pt x="100" y="1478"/>
                  </a:lnTo>
                  <a:lnTo>
                    <a:pt x="75" y="1478"/>
                  </a:lnTo>
                  <a:lnTo>
                    <a:pt x="50" y="1477"/>
                  </a:lnTo>
                  <a:lnTo>
                    <a:pt x="25" y="1475"/>
                  </a:lnTo>
                  <a:lnTo>
                    <a:pt x="0" y="1473"/>
                  </a:lnTo>
                  <a:lnTo>
                    <a:pt x="36" y="1494"/>
                  </a:lnTo>
                  <a:lnTo>
                    <a:pt x="72" y="1514"/>
                  </a:lnTo>
                  <a:lnTo>
                    <a:pt x="108" y="1534"/>
                  </a:lnTo>
                  <a:lnTo>
                    <a:pt x="146" y="1552"/>
                  </a:lnTo>
                  <a:lnTo>
                    <a:pt x="184" y="1569"/>
                  </a:lnTo>
                  <a:lnTo>
                    <a:pt x="223" y="1584"/>
                  </a:lnTo>
                  <a:lnTo>
                    <a:pt x="262" y="1599"/>
                  </a:lnTo>
                  <a:lnTo>
                    <a:pt x="302" y="1611"/>
                  </a:lnTo>
                  <a:lnTo>
                    <a:pt x="344" y="1623"/>
                  </a:lnTo>
                  <a:lnTo>
                    <a:pt x="384" y="1632"/>
                  </a:lnTo>
                  <a:lnTo>
                    <a:pt x="426" y="1641"/>
                  </a:lnTo>
                  <a:lnTo>
                    <a:pt x="468" y="1648"/>
                  </a:lnTo>
                  <a:lnTo>
                    <a:pt x="511" y="1654"/>
                  </a:lnTo>
                  <a:lnTo>
                    <a:pt x="555" y="1657"/>
                  </a:lnTo>
                  <a:lnTo>
                    <a:pt x="599" y="1660"/>
                  </a:lnTo>
                  <a:lnTo>
                    <a:pt x="642" y="1661"/>
                  </a:lnTo>
                  <a:lnTo>
                    <a:pt x="714" y="1659"/>
                  </a:lnTo>
                  <a:lnTo>
                    <a:pt x="783" y="1653"/>
                  </a:lnTo>
                  <a:lnTo>
                    <a:pt x="850" y="1645"/>
                  </a:lnTo>
                  <a:lnTo>
                    <a:pt x="915" y="1632"/>
                  </a:lnTo>
                  <a:lnTo>
                    <a:pt x="978" y="1616"/>
                  </a:lnTo>
                  <a:lnTo>
                    <a:pt x="1039" y="1598"/>
                  </a:lnTo>
                  <a:lnTo>
                    <a:pt x="1098" y="1577"/>
                  </a:lnTo>
                  <a:lnTo>
                    <a:pt x="1154" y="1552"/>
                  </a:lnTo>
                  <a:lnTo>
                    <a:pt x="1208" y="1525"/>
                  </a:lnTo>
                  <a:lnTo>
                    <a:pt x="1260" y="1496"/>
                  </a:lnTo>
                  <a:lnTo>
                    <a:pt x="1311" y="1463"/>
                  </a:lnTo>
                  <a:lnTo>
                    <a:pt x="1359" y="1429"/>
                  </a:lnTo>
                  <a:lnTo>
                    <a:pt x="1404" y="1393"/>
                  </a:lnTo>
                  <a:lnTo>
                    <a:pt x="1448" y="1354"/>
                  </a:lnTo>
                  <a:lnTo>
                    <a:pt x="1489" y="1315"/>
                  </a:lnTo>
                  <a:lnTo>
                    <a:pt x="1528" y="1272"/>
                  </a:lnTo>
                  <a:lnTo>
                    <a:pt x="1564" y="1228"/>
                  </a:lnTo>
                  <a:lnTo>
                    <a:pt x="1599" y="1183"/>
                  </a:lnTo>
                  <a:lnTo>
                    <a:pt x="1631" y="1137"/>
                  </a:lnTo>
                  <a:lnTo>
                    <a:pt x="1661" y="1089"/>
                  </a:lnTo>
                  <a:lnTo>
                    <a:pt x="1688" y="1040"/>
                  </a:lnTo>
                  <a:lnTo>
                    <a:pt x="1714" y="990"/>
                  </a:lnTo>
                  <a:lnTo>
                    <a:pt x="1737" y="940"/>
                  </a:lnTo>
                  <a:lnTo>
                    <a:pt x="1757" y="888"/>
                  </a:lnTo>
                  <a:lnTo>
                    <a:pt x="1775" y="836"/>
                  </a:lnTo>
                  <a:lnTo>
                    <a:pt x="1791" y="784"/>
                  </a:lnTo>
                  <a:lnTo>
                    <a:pt x="1805" y="732"/>
                  </a:lnTo>
                  <a:lnTo>
                    <a:pt x="1815" y="678"/>
                  </a:lnTo>
                  <a:lnTo>
                    <a:pt x="1824" y="625"/>
                  </a:lnTo>
                  <a:lnTo>
                    <a:pt x="1830" y="572"/>
                  </a:lnTo>
                  <a:lnTo>
                    <a:pt x="1834" y="520"/>
                  </a:lnTo>
                  <a:lnTo>
                    <a:pt x="1835" y="468"/>
                  </a:lnTo>
                  <a:lnTo>
                    <a:pt x="1835" y="455"/>
                  </a:lnTo>
                  <a:lnTo>
                    <a:pt x="1835" y="441"/>
                  </a:lnTo>
                  <a:lnTo>
                    <a:pt x="1835" y="428"/>
                  </a:lnTo>
                  <a:lnTo>
                    <a:pt x="1834" y="414"/>
                  </a:lnTo>
                  <a:lnTo>
                    <a:pt x="1864" y="391"/>
                  </a:lnTo>
                  <a:lnTo>
                    <a:pt x="1893" y="366"/>
                  </a:lnTo>
                  <a:lnTo>
                    <a:pt x="1921" y="341"/>
                  </a:lnTo>
                  <a:lnTo>
                    <a:pt x="1948" y="314"/>
                  </a:lnTo>
                  <a:lnTo>
                    <a:pt x="1974" y="287"/>
                  </a:lnTo>
                  <a:lnTo>
                    <a:pt x="1998" y="258"/>
                  </a:lnTo>
                  <a:lnTo>
                    <a:pt x="2021" y="228"/>
                  </a:lnTo>
                  <a:lnTo>
                    <a:pt x="2043" y="196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IN" dirty="0">
                <a:latin typeface="+mn-lt"/>
              </a:endParaRPr>
            </a:p>
          </p:txBody>
        </p:sp>
        <p:sp>
          <p:nvSpPr>
            <p:cNvPr id="10" name="Freeform 7"/>
            <p:cNvSpPr/>
            <p:nvPr userDrawn="1"/>
          </p:nvSpPr>
          <p:spPr bwMode="auto">
            <a:xfrm>
              <a:off x="5213350" y="3213100"/>
              <a:ext cx="431800" cy="431800"/>
            </a:xfrm>
            <a:custGeom>
              <a:avLst/>
              <a:gdLst>
                <a:gd name="T0" fmla="*/ 2248 w 4078"/>
                <a:gd name="T1" fmla="*/ 4070 h 4080"/>
                <a:gd name="T2" fmla="*/ 2548 w 4078"/>
                <a:gd name="T3" fmla="*/ 4015 h 4080"/>
                <a:gd name="T4" fmla="*/ 2833 w 4078"/>
                <a:gd name="T5" fmla="*/ 3920 h 4080"/>
                <a:gd name="T6" fmla="*/ 3096 w 4078"/>
                <a:gd name="T7" fmla="*/ 3784 h 4080"/>
                <a:gd name="T8" fmla="*/ 3336 w 4078"/>
                <a:gd name="T9" fmla="*/ 3615 h 4080"/>
                <a:gd name="T10" fmla="*/ 3549 w 4078"/>
                <a:gd name="T11" fmla="*/ 3412 h 4080"/>
                <a:gd name="T12" fmla="*/ 3730 w 4078"/>
                <a:gd name="T13" fmla="*/ 3181 h 4080"/>
                <a:gd name="T14" fmla="*/ 3877 w 4078"/>
                <a:gd name="T15" fmla="*/ 2924 h 4080"/>
                <a:gd name="T16" fmla="*/ 3987 w 4078"/>
                <a:gd name="T17" fmla="*/ 2646 h 4080"/>
                <a:gd name="T18" fmla="*/ 4054 w 4078"/>
                <a:gd name="T19" fmla="*/ 2351 h 4080"/>
                <a:gd name="T20" fmla="*/ 4078 w 4078"/>
                <a:gd name="T21" fmla="*/ 2039 h 4080"/>
                <a:gd name="T22" fmla="*/ 4054 w 4078"/>
                <a:gd name="T23" fmla="*/ 1729 h 4080"/>
                <a:gd name="T24" fmla="*/ 3987 w 4078"/>
                <a:gd name="T25" fmla="*/ 1434 h 4080"/>
                <a:gd name="T26" fmla="*/ 3877 w 4078"/>
                <a:gd name="T27" fmla="*/ 1156 h 4080"/>
                <a:gd name="T28" fmla="*/ 3730 w 4078"/>
                <a:gd name="T29" fmla="*/ 899 h 4080"/>
                <a:gd name="T30" fmla="*/ 3549 w 4078"/>
                <a:gd name="T31" fmla="*/ 668 h 4080"/>
                <a:gd name="T32" fmla="*/ 3336 w 4078"/>
                <a:gd name="T33" fmla="*/ 465 h 4080"/>
                <a:gd name="T34" fmla="*/ 3096 w 4078"/>
                <a:gd name="T35" fmla="*/ 296 h 4080"/>
                <a:gd name="T36" fmla="*/ 2833 w 4078"/>
                <a:gd name="T37" fmla="*/ 160 h 4080"/>
                <a:gd name="T38" fmla="*/ 2548 w 4078"/>
                <a:gd name="T39" fmla="*/ 65 h 4080"/>
                <a:gd name="T40" fmla="*/ 2248 w 4078"/>
                <a:gd name="T41" fmla="*/ 10 h 4080"/>
                <a:gd name="T42" fmla="*/ 1935 w 4078"/>
                <a:gd name="T43" fmla="*/ 3 h 4080"/>
                <a:gd name="T44" fmla="*/ 1628 w 4078"/>
                <a:gd name="T45" fmla="*/ 42 h 4080"/>
                <a:gd name="T46" fmla="*/ 1338 w 4078"/>
                <a:gd name="T47" fmla="*/ 124 h 4080"/>
                <a:gd name="T48" fmla="*/ 1067 w 4078"/>
                <a:gd name="T49" fmla="*/ 247 h 4080"/>
                <a:gd name="T50" fmla="*/ 819 w 4078"/>
                <a:gd name="T51" fmla="*/ 405 h 4080"/>
                <a:gd name="T52" fmla="*/ 597 w 4078"/>
                <a:gd name="T53" fmla="*/ 598 h 4080"/>
                <a:gd name="T54" fmla="*/ 405 w 4078"/>
                <a:gd name="T55" fmla="*/ 819 h 4080"/>
                <a:gd name="T56" fmla="*/ 246 w 4078"/>
                <a:gd name="T57" fmla="*/ 1067 h 4080"/>
                <a:gd name="T58" fmla="*/ 124 w 4078"/>
                <a:gd name="T59" fmla="*/ 1339 h 4080"/>
                <a:gd name="T60" fmla="*/ 42 w 4078"/>
                <a:gd name="T61" fmla="*/ 1629 h 4080"/>
                <a:gd name="T62" fmla="*/ 3 w 4078"/>
                <a:gd name="T63" fmla="*/ 1935 h 4080"/>
                <a:gd name="T64" fmla="*/ 10 w 4078"/>
                <a:gd name="T65" fmla="*/ 2249 h 4080"/>
                <a:gd name="T66" fmla="*/ 65 w 4078"/>
                <a:gd name="T67" fmla="*/ 2550 h 4080"/>
                <a:gd name="T68" fmla="*/ 160 w 4078"/>
                <a:gd name="T69" fmla="*/ 2834 h 4080"/>
                <a:gd name="T70" fmla="*/ 296 w 4078"/>
                <a:gd name="T71" fmla="*/ 3098 h 4080"/>
                <a:gd name="T72" fmla="*/ 465 w 4078"/>
                <a:gd name="T73" fmla="*/ 3338 h 4080"/>
                <a:gd name="T74" fmla="*/ 668 w 4078"/>
                <a:gd name="T75" fmla="*/ 3550 h 4080"/>
                <a:gd name="T76" fmla="*/ 899 w 4078"/>
                <a:gd name="T77" fmla="*/ 3731 h 4080"/>
                <a:gd name="T78" fmla="*/ 1155 w 4078"/>
                <a:gd name="T79" fmla="*/ 3879 h 4080"/>
                <a:gd name="T80" fmla="*/ 1433 w 4078"/>
                <a:gd name="T81" fmla="*/ 3988 h 4080"/>
                <a:gd name="T82" fmla="*/ 1728 w 4078"/>
                <a:gd name="T83" fmla="*/ 4056 h 4080"/>
                <a:gd name="T84" fmla="*/ 2039 w 4078"/>
                <a:gd name="T85" fmla="*/ 4080 h 4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78" h="4080">
                  <a:moveTo>
                    <a:pt x="2039" y="4080"/>
                  </a:moveTo>
                  <a:lnTo>
                    <a:pt x="2144" y="4077"/>
                  </a:lnTo>
                  <a:lnTo>
                    <a:pt x="2248" y="4070"/>
                  </a:lnTo>
                  <a:lnTo>
                    <a:pt x="2350" y="4056"/>
                  </a:lnTo>
                  <a:lnTo>
                    <a:pt x="2450" y="4038"/>
                  </a:lnTo>
                  <a:lnTo>
                    <a:pt x="2548" y="4015"/>
                  </a:lnTo>
                  <a:lnTo>
                    <a:pt x="2645" y="3988"/>
                  </a:lnTo>
                  <a:lnTo>
                    <a:pt x="2740" y="3956"/>
                  </a:lnTo>
                  <a:lnTo>
                    <a:pt x="2833" y="3920"/>
                  </a:lnTo>
                  <a:lnTo>
                    <a:pt x="2923" y="3879"/>
                  </a:lnTo>
                  <a:lnTo>
                    <a:pt x="3011" y="3833"/>
                  </a:lnTo>
                  <a:lnTo>
                    <a:pt x="3096" y="3784"/>
                  </a:lnTo>
                  <a:lnTo>
                    <a:pt x="3179" y="3731"/>
                  </a:lnTo>
                  <a:lnTo>
                    <a:pt x="3259" y="3675"/>
                  </a:lnTo>
                  <a:lnTo>
                    <a:pt x="3336" y="3615"/>
                  </a:lnTo>
                  <a:lnTo>
                    <a:pt x="3410" y="3550"/>
                  </a:lnTo>
                  <a:lnTo>
                    <a:pt x="3481" y="3482"/>
                  </a:lnTo>
                  <a:lnTo>
                    <a:pt x="3549" y="3412"/>
                  </a:lnTo>
                  <a:lnTo>
                    <a:pt x="3612" y="3338"/>
                  </a:lnTo>
                  <a:lnTo>
                    <a:pt x="3673" y="3261"/>
                  </a:lnTo>
                  <a:lnTo>
                    <a:pt x="3730" y="3181"/>
                  </a:lnTo>
                  <a:lnTo>
                    <a:pt x="3783" y="3098"/>
                  </a:lnTo>
                  <a:lnTo>
                    <a:pt x="3832" y="3012"/>
                  </a:lnTo>
                  <a:lnTo>
                    <a:pt x="3877" y="2924"/>
                  </a:lnTo>
                  <a:lnTo>
                    <a:pt x="3918" y="2834"/>
                  </a:lnTo>
                  <a:lnTo>
                    <a:pt x="3954" y="2741"/>
                  </a:lnTo>
                  <a:lnTo>
                    <a:pt x="3987" y="2646"/>
                  </a:lnTo>
                  <a:lnTo>
                    <a:pt x="4014" y="2550"/>
                  </a:lnTo>
                  <a:lnTo>
                    <a:pt x="4037" y="2451"/>
                  </a:lnTo>
                  <a:lnTo>
                    <a:pt x="4054" y="2351"/>
                  </a:lnTo>
                  <a:lnTo>
                    <a:pt x="4068" y="2249"/>
                  </a:lnTo>
                  <a:lnTo>
                    <a:pt x="4075" y="2145"/>
                  </a:lnTo>
                  <a:lnTo>
                    <a:pt x="4078" y="2039"/>
                  </a:lnTo>
                  <a:lnTo>
                    <a:pt x="4075" y="1935"/>
                  </a:lnTo>
                  <a:lnTo>
                    <a:pt x="4068" y="1831"/>
                  </a:lnTo>
                  <a:lnTo>
                    <a:pt x="4054" y="1729"/>
                  </a:lnTo>
                  <a:lnTo>
                    <a:pt x="4037" y="1629"/>
                  </a:lnTo>
                  <a:lnTo>
                    <a:pt x="4014" y="1530"/>
                  </a:lnTo>
                  <a:lnTo>
                    <a:pt x="3987" y="1434"/>
                  </a:lnTo>
                  <a:lnTo>
                    <a:pt x="3954" y="1339"/>
                  </a:lnTo>
                  <a:lnTo>
                    <a:pt x="3918" y="1246"/>
                  </a:lnTo>
                  <a:lnTo>
                    <a:pt x="3877" y="1156"/>
                  </a:lnTo>
                  <a:lnTo>
                    <a:pt x="3832" y="1067"/>
                  </a:lnTo>
                  <a:lnTo>
                    <a:pt x="3783" y="982"/>
                  </a:lnTo>
                  <a:lnTo>
                    <a:pt x="3730" y="899"/>
                  </a:lnTo>
                  <a:lnTo>
                    <a:pt x="3673" y="819"/>
                  </a:lnTo>
                  <a:lnTo>
                    <a:pt x="3612" y="742"/>
                  </a:lnTo>
                  <a:lnTo>
                    <a:pt x="3549" y="668"/>
                  </a:lnTo>
                  <a:lnTo>
                    <a:pt x="3481" y="598"/>
                  </a:lnTo>
                  <a:lnTo>
                    <a:pt x="3410" y="530"/>
                  </a:lnTo>
                  <a:lnTo>
                    <a:pt x="3336" y="465"/>
                  </a:lnTo>
                  <a:lnTo>
                    <a:pt x="3259" y="405"/>
                  </a:lnTo>
                  <a:lnTo>
                    <a:pt x="3179" y="349"/>
                  </a:lnTo>
                  <a:lnTo>
                    <a:pt x="3096" y="296"/>
                  </a:lnTo>
                  <a:lnTo>
                    <a:pt x="3011" y="247"/>
                  </a:lnTo>
                  <a:lnTo>
                    <a:pt x="2923" y="201"/>
                  </a:lnTo>
                  <a:lnTo>
                    <a:pt x="2833" y="160"/>
                  </a:lnTo>
                  <a:lnTo>
                    <a:pt x="2740" y="124"/>
                  </a:lnTo>
                  <a:lnTo>
                    <a:pt x="2645" y="92"/>
                  </a:lnTo>
                  <a:lnTo>
                    <a:pt x="2548" y="65"/>
                  </a:lnTo>
                  <a:lnTo>
                    <a:pt x="2450" y="42"/>
                  </a:lnTo>
                  <a:lnTo>
                    <a:pt x="2350" y="24"/>
                  </a:lnTo>
                  <a:lnTo>
                    <a:pt x="2248" y="10"/>
                  </a:lnTo>
                  <a:lnTo>
                    <a:pt x="2144" y="3"/>
                  </a:lnTo>
                  <a:lnTo>
                    <a:pt x="2039" y="0"/>
                  </a:lnTo>
                  <a:lnTo>
                    <a:pt x="1935" y="3"/>
                  </a:lnTo>
                  <a:lnTo>
                    <a:pt x="1830" y="10"/>
                  </a:lnTo>
                  <a:lnTo>
                    <a:pt x="1728" y="24"/>
                  </a:lnTo>
                  <a:lnTo>
                    <a:pt x="1628" y="42"/>
                  </a:lnTo>
                  <a:lnTo>
                    <a:pt x="1530" y="65"/>
                  </a:lnTo>
                  <a:lnTo>
                    <a:pt x="1433" y="92"/>
                  </a:lnTo>
                  <a:lnTo>
                    <a:pt x="1338" y="124"/>
                  </a:lnTo>
                  <a:lnTo>
                    <a:pt x="1246" y="160"/>
                  </a:lnTo>
                  <a:lnTo>
                    <a:pt x="1155" y="201"/>
                  </a:lnTo>
                  <a:lnTo>
                    <a:pt x="1067" y="247"/>
                  </a:lnTo>
                  <a:lnTo>
                    <a:pt x="981" y="296"/>
                  </a:lnTo>
                  <a:lnTo>
                    <a:pt x="899" y="349"/>
                  </a:lnTo>
                  <a:lnTo>
                    <a:pt x="819" y="405"/>
                  </a:lnTo>
                  <a:lnTo>
                    <a:pt x="742" y="465"/>
                  </a:lnTo>
                  <a:lnTo>
                    <a:pt x="668" y="530"/>
                  </a:lnTo>
                  <a:lnTo>
                    <a:pt x="597" y="598"/>
                  </a:lnTo>
                  <a:lnTo>
                    <a:pt x="530" y="668"/>
                  </a:lnTo>
                  <a:lnTo>
                    <a:pt x="465" y="742"/>
                  </a:lnTo>
                  <a:lnTo>
                    <a:pt x="405" y="819"/>
                  </a:lnTo>
                  <a:lnTo>
                    <a:pt x="349" y="899"/>
                  </a:lnTo>
                  <a:lnTo>
                    <a:pt x="296" y="982"/>
                  </a:lnTo>
                  <a:lnTo>
                    <a:pt x="246" y="1067"/>
                  </a:lnTo>
                  <a:lnTo>
                    <a:pt x="201" y="1156"/>
                  </a:lnTo>
                  <a:lnTo>
                    <a:pt x="160" y="1246"/>
                  </a:lnTo>
                  <a:lnTo>
                    <a:pt x="124" y="1339"/>
                  </a:lnTo>
                  <a:lnTo>
                    <a:pt x="92" y="1434"/>
                  </a:lnTo>
                  <a:lnTo>
                    <a:pt x="65" y="1530"/>
                  </a:lnTo>
                  <a:lnTo>
                    <a:pt x="42" y="1629"/>
                  </a:lnTo>
                  <a:lnTo>
                    <a:pt x="24" y="1729"/>
                  </a:lnTo>
                  <a:lnTo>
                    <a:pt x="10" y="1831"/>
                  </a:lnTo>
                  <a:lnTo>
                    <a:pt x="3" y="1935"/>
                  </a:lnTo>
                  <a:lnTo>
                    <a:pt x="0" y="2039"/>
                  </a:lnTo>
                  <a:lnTo>
                    <a:pt x="3" y="2145"/>
                  </a:lnTo>
                  <a:lnTo>
                    <a:pt x="10" y="2249"/>
                  </a:lnTo>
                  <a:lnTo>
                    <a:pt x="24" y="2351"/>
                  </a:lnTo>
                  <a:lnTo>
                    <a:pt x="42" y="2451"/>
                  </a:lnTo>
                  <a:lnTo>
                    <a:pt x="65" y="2550"/>
                  </a:lnTo>
                  <a:lnTo>
                    <a:pt x="92" y="2646"/>
                  </a:lnTo>
                  <a:lnTo>
                    <a:pt x="124" y="2741"/>
                  </a:lnTo>
                  <a:lnTo>
                    <a:pt x="160" y="2834"/>
                  </a:lnTo>
                  <a:lnTo>
                    <a:pt x="201" y="2924"/>
                  </a:lnTo>
                  <a:lnTo>
                    <a:pt x="246" y="3012"/>
                  </a:lnTo>
                  <a:lnTo>
                    <a:pt x="296" y="3098"/>
                  </a:lnTo>
                  <a:lnTo>
                    <a:pt x="349" y="3181"/>
                  </a:lnTo>
                  <a:lnTo>
                    <a:pt x="405" y="3261"/>
                  </a:lnTo>
                  <a:lnTo>
                    <a:pt x="465" y="3338"/>
                  </a:lnTo>
                  <a:lnTo>
                    <a:pt x="530" y="3412"/>
                  </a:lnTo>
                  <a:lnTo>
                    <a:pt x="597" y="3482"/>
                  </a:lnTo>
                  <a:lnTo>
                    <a:pt x="668" y="3550"/>
                  </a:lnTo>
                  <a:lnTo>
                    <a:pt x="742" y="3615"/>
                  </a:lnTo>
                  <a:lnTo>
                    <a:pt x="819" y="3675"/>
                  </a:lnTo>
                  <a:lnTo>
                    <a:pt x="899" y="3731"/>
                  </a:lnTo>
                  <a:lnTo>
                    <a:pt x="981" y="3784"/>
                  </a:lnTo>
                  <a:lnTo>
                    <a:pt x="1067" y="3833"/>
                  </a:lnTo>
                  <a:lnTo>
                    <a:pt x="1155" y="3879"/>
                  </a:lnTo>
                  <a:lnTo>
                    <a:pt x="1246" y="3920"/>
                  </a:lnTo>
                  <a:lnTo>
                    <a:pt x="1338" y="3956"/>
                  </a:lnTo>
                  <a:lnTo>
                    <a:pt x="1433" y="3988"/>
                  </a:lnTo>
                  <a:lnTo>
                    <a:pt x="1530" y="4015"/>
                  </a:lnTo>
                  <a:lnTo>
                    <a:pt x="1628" y="4038"/>
                  </a:lnTo>
                  <a:lnTo>
                    <a:pt x="1728" y="4056"/>
                  </a:lnTo>
                  <a:lnTo>
                    <a:pt x="1830" y="4070"/>
                  </a:lnTo>
                  <a:lnTo>
                    <a:pt x="1935" y="4077"/>
                  </a:lnTo>
                  <a:lnTo>
                    <a:pt x="2039" y="40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IN" dirty="0">
                <a:latin typeface="+mn-lt"/>
              </a:endParaRPr>
            </a:p>
          </p:txBody>
        </p:sp>
        <p:sp>
          <p:nvSpPr>
            <p:cNvPr id="11" name="Freeform 8"/>
            <p:cNvSpPr>
              <a:spLocks noEditPoints="1"/>
            </p:cNvSpPr>
            <p:nvPr userDrawn="1"/>
          </p:nvSpPr>
          <p:spPr bwMode="auto">
            <a:xfrm>
              <a:off x="5321300" y="3321050"/>
              <a:ext cx="215900" cy="198438"/>
            </a:xfrm>
            <a:custGeom>
              <a:avLst/>
              <a:gdLst>
                <a:gd name="T0" fmla="*/ 448 w 2038"/>
                <a:gd name="T1" fmla="*/ 1873 h 1873"/>
                <a:gd name="T2" fmla="*/ 210 w 2038"/>
                <a:gd name="T3" fmla="*/ 441 h 1873"/>
                <a:gd name="T4" fmla="*/ 150 w 2038"/>
                <a:gd name="T5" fmla="*/ 428 h 1873"/>
                <a:gd name="T6" fmla="*/ 99 w 2038"/>
                <a:gd name="T7" fmla="*/ 404 h 1873"/>
                <a:gd name="T8" fmla="*/ 57 w 2038"/>
                <a:gd name="T9" fmla="*/ 370 h 1873"/>
                <a:gd name="T10" fmla="*/ 26 w 2038"/>
                <a:gd name="T11" fmla="*/ 327 h 1873"/>
                <a:gd name="T12" fmla="*/ 6 w 2038"/>
                <a:gd name="T13" fmla="*/ 276 h 1873"/>
                <a:gd name="T14" fmla="*/ 0 w 2038"/>
                <a:gd name="T15" fmla="*/ 221 h 1873"/>
                <a:gd name="T16" fmla="*/ 6 w 2038"/>
                <a:gd name="T17" fmla="*/ 165 h 1873"/>
                <a:gd name="T18" fmla="*/ 26 w 2038"/>
                <a:gd name="T19" fmla="*/ 114 h 1873"/>
                <a:gd name="T20" fmla="*/ 58 w 2038"/>
                <a:gd name="T21" fmla="*/ 71 h 1873"/>
                <a:gd name="T22" fmla="*/ 101 w 2038"/>
                <a:gd name="T23" fmla="*/ 37 h 1873"/>
                <a:gd name="T24" fmla="*/ 154 w 2038"/>
                <a:gd name="T25" fmla="*/ 13 h 1873"/>
                <a:gd name="T26" fmla="*/ 215 w 2038"/>
                <a:gd name="T27" fmla="*/ 1 h 1873"/>
                <a:gd name="T28" fmla="*/ 282 w 2038"/>
                <a:gd name="T29" fmla="*/ 2 h 1873"/>
                <a:gd name="T30" fmla="*/ 341 w 2038"/>
                <a:gd name="T31" fmla="*/ 17 h 1873"/>
                <a:gd name="T32" fmla="*/ 391 w 2038"/>
                <a:gd name="T33" fmla="*/ 43 h 1873"/>
                <a:gd name="T34" fmla="*/ 431 w 2038"/>
                <a:gd name="T35" fmla="*/ 78 h 1873"/>
                <a:gd name="T36" fmla="*/ 460 w 2038"/>
                <a:gd name="T37" fmla="*/ 123 h 1873"/>
                <a:gd name="T38" fmla="*/ 476 w 2038"/>
                <a:gd name="T39" fmla="*/ 175 h 1873"/>
                <a:gd name="T40" fmla="*/ 480 w 2038"/>
                <a:gd name="T41" fmla="*/ 254 h 1873"/>
                <a:gd name="T42" fmla="*/ 465 w 2038"/>
                <a:gd name="T43" fmla="*/ 307 h 1873"/>
                <a:gd name="T44" fmla="*/ 438 w 2038"/>
                <a:gd name="T45" fmla="*/ 353 h 1873"/>
                <a:gd name="T46" fmla="*/ 400 w 2038"/>
                <a:gd name="T47" fmla="*/ 392 h 1873"/>
                <a:gd name="T48" fmla="*/ 352 w 2038"/>
                <a:gd name="T49" fmla="*/ 420 h 1873"/>
                <a:gd name="T50" fmla="*/ 292 w 2038"/>
                <a:gd name="T51" fmla="*/ 438 h 1873"/>
                <a:gd name="T52" fmla="*/ 2038 w 2038"/>
                <a:gd name="T53" fmla="*/ 1873 h 1873"/>
                <a:gd name="T54" fmla="*/ 1585 w 2038"/>
                <a:gd name="T55" fmla="*/ 1153 h 1873"/>
                <a:gd name="T56" fmla="*/ 1562 w 2038"/>
                <a:gd name="T57" fmla="*/ 1059 h 1873"/>
                <a:gd name="T58" fmla="*/ 1534 w 2038"/>
                <a:gd name="T59" fmla="*/ 1005 h 1873"/>
                <a:gd name="T60" fmla="*/ 1493 w 2038"/>
                <a:gd name="T61" fmla="*/ 964 h 1873"/>
                <a:gd name="T62" fmla="*/ 1441 w 2038"/>
                <a:gd name="T63" fmla="*/ 936 h 1873"/>
                <a:gd name="T64" fmla="*/ 1377 w 2038"/>
                <a:gd name="T65" fmla="*/ 925 h 1873"/>
                <a:gd name="T66" fmla="*/ 1283 w 2038"/>
                <a:gd name="T67" fmla="*/ 938 h 1873"/>
                <a:gd name="T68" fmla="*/ 1209 w 2038"/>
                <a:gd name="T69" fmla="*/ 985 h 1873"/>
                <a:gd name="T70" fmla="*/ 1160 w 2038"/>
                <a:gd name="T71" fmla="*/ 1052 h 1873"/>
                <a:gd name="T72" fmla="*/ 1139 w 2038"/>
                <a:gd name="T73" fmla="*/ 1115 h 1873"/>
                <a:gd name="T74" fmla="*/ 691 w 2038"/>
                <a:gd name="T75" fmla="*/ 1873 h 1873"/>
                <a:gd name="T76" fmla="*/ 692 w 2038"/>
                <a:gd name="T77" fmla="*/ 1599 h 1873"/>
                <a:gd name="T78" fmla="*/ 694 w 2038"/>
                <a:gd name="T79" fmla="*/ 1050 h 1873"/>
                <a:gd name="T80" fmla="*/ 692 w 2038"/>
                <a:gd name="T81" fmla="*/ 632 h 1873"/>
                <a:gd name="T82" fmla="*/ 1143 w 2038"/>
                <a:gd name="T83" fmla="*/ 783 h 1873"/>
                <a:gd name="T84" fmla="*/ 1195 w 2038"/>
                <a:gd name="T85" fmla="*/ 712 h 1873"/>
                <a:gd name="T86" fmla="*/ 1287 w 2038"/>
                <a:gd name="T87" fmla="*/ 647 h 1873"/>
                <a:gd name="T88" fmla="*/ 1363 w 2038"/>
                <a:gd name="T89" fmla="*/ 614 h 1873"/>
                <a:gd name="T90" fmla="*/ 1453 w 2038"/>
                <a:gd name="T91" fmla="*/ 594 h 1873"/>
                <a:gd name="T92" fmla="*/ 1561 w 2038"/>
                <a:gd name="T93" fmla="*/ 588 h 1873"/>
                <a:gd name="T94" fmla="*/ 1686 w 2038"/>
                <a:gd name="T95" fmla="*/ 608 h 1873"/>
                <a:gd name="T96" fmla="*/ 1797 w 2038"/>
                <a:gd name="T97" fmla="*/ 654 h 1873"/>
                <a:gd name="T98" fmla="*/ 1893 w 2038"/>
                <a:gd name="T99" fmla="*/ 729 h 1873"/>
                <a:gd name="T100" fmla="*/ 1967 w 2038"/>
                <a:gd name="T101" fmla="*/ 833 h 1873"/>
                <a:gd name="T102" fmla="*/ 2017 w 2038"/>
                <a:gd name="T103" fmla="*/ 966 h 1873"/>
                <a:gd name="T104" fmla="*/ 2037 w 2038"/>
                <a:gd name="T105" fmla="*/ 1129 h 1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38" h="1873">
                  <a:moveTo>
                    <a:pt x="448" y="1873"/>
                  </a:moveTo>
                  <a:lnTo>
                    <a:pt x="51" y="1873"/>
                  </a:lnTo>
                  <a:lnTo>
                    <a:pt x="51" y="601"/>
                  </a:lnTo>
                  <a:lnTo>
                    <a:pt x="448" y="601"/>
                  </a:lnTo>
                  <a:lnTo>
                    <a:pt x="448" y="1873"/>
                  </a:lnTo>
                  <a:close/>
                  <a:moveTo>
                    <a:pt x="239" y="442"/>
                  </a:moveTo>
                  <a:lnTo>
                    <a:pt x="239" y="442"/>
                  </a:lnTo>
                  <a:lnTo>
                    <a:pt x="237" y="442"/>
                  </a:lnTo>
                  <a:lnTo>
                    <a:pt x="224" y="442"/>
                  </a:lnTo>
                  <a:lnTo>
                    <a:pt x="210" y="441"/>
                  </a:lnTo>
                  <a:lnTo>
                    <a:pt x="198" y="439"/>
                  </a:lnTo>
                  <a:lnTo>
                    <a:pt x="185" y="438"/>
                  </a:lnTo>
                  <a:lnTo>
                    <a:pt x="173" y="434"/>
                  </a:lnTo>
                  <a:lnTo>
                    <a:pt x="161" y="431"/>
                  </a:lnTo>
                  <a:lnTo>
                    <a:pt x="150" y="428"/>
                  </a:lnTo>
                  <a:lnTo>
                    <a:pt x="139" y="424"/>
                  </a:lnTo>
                  <a:lnTo>
                    <a:pt x="128" y="420"/>
                  </a:lnTo>
                  <a:lnTo>
                    <a:pt x="117" y="416"/>
                  </a:lnTo>
                  <a:lnTo>
                    <a:pt x="108" y="409"/>
                  </a:lnTo>
                  <a:lnTo>
                    <a:pt x="99" y="404"/>
                  </a:lnTo>
                  <a:lnTo>
                    <a:pt x="89" y="398"/>
                  </a:lnTo>
                  <a:lnTo>
                    <a:pt x="80" y="392"/>
                  </a:lnTo>
                  <a:lnTo>
                    <a:pt x="72" y="384"/>
                  </a:lnTo>
                  <a:lnTo>
                    <a:pt x="64" y="377"/>
                  </a:lnTo>
                  <a:lnTo>
                    <a:pt x="57" y="370"/>
                  </a:lnTo>
                  <a:lnTo>
                    <a:pt x="50" y="362"/>
                  </a:lnTo>
                  <a:lnTo>
                    <a:pt x="42" y="353"/>
                  </a:lnTo>
                  <a:lnTo>
                    <a:pt x="36" y="345"/>
                  </a:lnTo>
                  <a:lnTo>
                    <a:pt x="31" y="335"/>
                  </a:lnTo>
                  <a:lnTo>
                    <a:pt x="26" y="327"/>
                  </a:lnTo>
                  <a:lnTo>
                    <a:pt x="21" y="317"/>
                  </a:lnTo>
                  <a:lnTo>
                    <a:pt x="16" y="307"/>
                  </a:lnTo>
                  <a:lnTo>
                    <a:pt x="12" y="297"/>
                  </a:lnTo>
                  <a:lnTo>
                    <a:pt x="9" y="287"/>
                  </a:lnTo>
                  <a:lnTo>
                    <a:pt x="6" y="276"/>
                  </a:lnTo>
                  <a:lnTo>
                    <a:pt x="4" y="266"/>
                  </a:lnTo>
                  <a:lnTo>
                    <a:pt x="2" y="255"/>
                  </a:lnTo>
                  <a:lnTo>
                    <a:pt x="1" y="244"/>
                  </a:lnTo>
                  <a:lnTo>
                    <a:pt x="0" y="232"/>
                  </a:lnTo>
                  <a:lnTo>
                    <a:pt x="0" y="221"/>
                  </a:lnTo>
                  <a:lnTo>
                    <a:pt x="0" y="210"/>
                  </a:lnTo>
                  <a:lnTo>
                    <a:pt x="1" y="198"/>
                  </a:lnTo>
                  <a:lnTo>
                    <a:pt x="2" y="187"/>
                  </a:lnTo>
                  <a:lnTo>
                    <a:pt x="4" y="175"/>
                  </a:lnTo>
                  <a:lnTo>
                    <a:pt x="6" y="165"/>
                  </a:lnTo>
                  <a:lnTo>
                    <a:pt x="9" y="154"/>
                  </a:lnTo>
                  <a:lnTo>
                    <a:pt x="12" y="144"/>
                  </a:lnTo>
                  <a:lnTo>
                    <a:pt x="16" y="134"/>
                  </a:lnTo>
                  <a:lnTo>
                    <a:pt x="22" y="123"/>
                  </a:lnTo>
                  <a:lnTo>
                    <a:pt x="26" y="114"/>
                  </a:lnTo>
                  <a:lnTo>
                    <a:pt x="32" y="104"/>
                  </a:lnTo>
                  <a:lnTo>
                    <a:pt x="37" y="96"/>
                  </a:lnTo>
                  <a:lnTo>
                    <a:pt x="44" y="88"/>
                  </a:lnTo>
                  <a:lnTo>
                    <a:pt x="51" y="79"/>
                  </a:lnTo>
                  <a:lnTo>
                    <a:pt x="58" y="71"/>
                  </a:lnTo>
                  <a:lnTo>
                    <a:pt x="65" y="64"/>
                  </a:lnTo>
                  <a:lnTo>
                    <a:pt x="74" y="56"/>
                  </a:lnTo>
                  <a:lnTo>
                    <a:pt x="83" y="49"/>
                  </a:lnTo>
                  <a:lnTo>
                    <a:pt x="91" y="43"/>
                  </a:lnTo>
                  <a:lnTo>
                    <a:pt x="101" y="37"/>
                  </a:lnTo>
                  <a:lnTo>
                    <a:pt x="111" y="31"/>
                  </a:lnTo>
                  <a:lnTo>
                    <a:pt x="121" y="26"/>
                  </a:lnTo>
                  <a:lnTo>
                    <a:pt x="132" y="21"/>
                  </a:lnTo>
                  <a:lnTo>
                    <a:pt x="142" y="17"/>
                  </a:lnTo>
                  <a:lnTo>
                    <a:pt x="154" y="13"/>
                  </a:lnTo>
                  <a:lnTo>
                    <a:pt x="165" y="10"/>
                  </a:lnTo>
                  <a:lnTo>
                    <a:pt x="178" y="7"/>
                  </a:lnTo>
                  <a:lnTo>
                    <a:pt x="189" y="4"/>
                  </a:lnTo>
                  <a:lnTo>
                    <a:pt x="203" y="2"/>
                  </a:lnTo>
                  <a:lnTo>
                    <a:pt x="215" y="1"/>
                  </a:lnTo>
                  <a:lnTo>
                    <a:pt x="229" y="0"/>
                  </a:lnTo>
                  <a:lnTo>
                    <a:pt x="242" y="0"/>
                  </a:lnTo>
                  <a:lnTo>
                    <a:pt x="256" y="0"/>
                  </a:lnTo>
                  <a:lnTo>
                    <a:pt x="269" y="1"/>
                  </a:lnTo>
                  <a:lnTo>
                    <a:pt x="282" y="2"/>
                  </a:lnTo>
                  <a:lnTo>
                    <a:pt x="294" y="4"/>
                  </a:lnTo>
                  <a:lnTo>
                    <a:pt x="307" y="7"/>
                  </a:lnTo>
                  <a:lnTo>
                    <a:pt x="318" y="10"/>
                  </a:lnTo>
                  <a:lnTo>
                    <a:pt x="330" y="13"/>
                  </a:lnTo>
                  <a:lnTo>
                    <a:pt x="341" y="17"/>
                  </a:lnTo>
                  <a:lnTo>
                    <a:pt x="352" y="21"/>
                  </a:lnTo>
                  <a:lnTo>
                    <a:pt x="362" y="26"/>
                  </a:lnTo>
                  <a:lnTo>
                    <a:pt x="372" y="31"/>
                  </a:lnTo>
                  <a:lnTo>
                    <a:pt x="382" y="37"/>
                  </a:lnTo>
                  <a:lnTo>
                    <a:pt x="391" y="43"/>
                  </a:lnTo>
                  <a:lnTo>
                    <a:pt x="399" y="49"/>
                  </a:lnTo>
                  <a:lnTo>
                    <a:pt x="408" y="56"/>
                  </a:lnTo>
                  <a:lnTo>
                    <a:pt x="416" y="63"/>
                  </a:lnTo>
                  <a:lnTo>
                    <a:pt x="423" y="71"/>
                  </a:lnTo>
                  <a:lnTo>
                    <a:pt x="431" y="78"/>
                  </a:lnTo>
                  <a:lnTo>
                    <a:pt x="437" y="87"/>
                  </a:lnTo>
                  <a:lnTo>
                    <a:pt x="443" y="96"/>
                  </a:lnTo>
                  <a:lnTo>
                    <a:pt x="449" y="104"/>
                  </a:lnTo>
                  <a:lnTo>
                    <a:pt x="455" y="114"/>
                  </a:lnTo>
                  <a:lnTo>
                    <a:pt x="460" y="123"/>
                  </a:lnTo>
                  <a:lnTo>
                    <a:pt x="464" y="134"/>
                  </a:lnTo>
                  <a:lnTo>
                    <a:pt x="468" y="143"/>
                  </a:lnTo>
                  <a:lnTo>
                    <a:pt x="471" y="153"/>
                  </a:lnTo>
                  <a:lnTo>
                    <a:pt x="474" y="165"/>
                  </a:lnTo>
                  <a:lnTo>
                    <a:pt x="476" y="175"/>
                  </a:lnTo>
                  <a:lnTo>
                    <a:pt x="481" y="197"/>
                  </a:lnTo>
                  <a:lnTo>
                    <a:pt x="482" y="221"/>
                  </a:lnTo>
                  <a:lnTo>
                    <a:pt x="482" y="232"/>
                  </a:lnTo>
                  <a:lnTo>
                    <a:pt x="481" y="244"/>
                  </a:lnTo>
                  <a:lnTo>
                    <a:pt x="480" y="254"/>
                  </a:lnTo>
                  <a:lnTo>
                    <a:pt x="477" y="266"/>
                  </a:lnTo>
                  <a:lnTo>
                    <a:pt x="475" y="276"/>
                  </a:lnTo>
                  <a:lnTo>
                    <a:pt x="472" y="287"/>
                  </a:lnTo>
                  <a:lnTo>
                    <a:pt x="469" y="297"/>
                  </a:lnTo>
                  <a:lnTo>
                    <a:pt x="465" y="307"/>
                  </a:lnTo>
                  <a:lnTo>
                    <a:pt x="461" y="317"/>
                  </a:lnTo>
                  <a:lnTo>
                    <a:pt x="456" y="326"/>
                  </a:lnTo>
                  <a:lnTo>
                    <a:pt x="450" y="335"/>
                  </a:lnTo>
                  <a:lnTo>
                    <a:pt x="444" y="345"/>
                  </a:lnTo>
                  <a:lnTo>
                    <a:pt x="438" y="353"/>
                  </a:lnTo>
                  <a:lnTo>
                    <a:pt x="432" y="362"/>
                  </a:lnTo>
                  <a:lnTo>
                    <a:pt x="424" y="370"/>
                  </a:lnTo>
                  <a:lnTo>
                    <a:pt x="417" y="377"/>
                  </a:lnTo>
                  <a:lnTo>
                    <a:pt x="409" y="384"/>
                  </a:lnTo>
                  <a:lnTo>
                    <a:pt x="400" y="392"/>
                  </a:lnTo>
                  <a:lnTo>
                    <a:pt x="391" y="398"/>
                  </a:lnTo>
                  <a:lnTo>
                    <a:pt x="382" y="404"/>
                  </a:lnTo>
                  <a:lnTo>
                    <a:pt x="372" y="409"/>
                  </a:lnTo>
                  <a:lnTo>
                    <a:pt x="362" y="415"/>
                  </a:lnTo>
                  <a:lnTo>
                    <a:pt x="352" y="420"/>
                  </a:lnTo>
                  <a:lnTo>
                    <a:pt x="340" y="424"/>
                  </a:lnTo>
                  <a:lnTo>
                    <a:pt x="329" y="428"/>
                  </a:lnTo>
                  <a:lnTo>
                    <a:pt x="317" y="431"/>
                  </a:lnTo>
                  <a:lnTo>
                    <a:pt x="305" y="434"/>
                  </a:lnTo>
                  <a:lnTo>
                    <a:pt x="292" y="438"/>
                  </a:lnTo>
                  <a:lnTo>
                    <a:pt x="280" y="439"/>
                  </a:lnTo>
                  <a:lnTo>
                    <a:pt x="267" y="441"/>
                  </a:lnTo>
                  <a:lnTo>
                    <a:pt x="254" y="442"/>
                  </a:lnTo>
                  <a:lnTo>
                    <a:pt x="239" y="442"/>
                  </a:lnTo>
                  <a:close/>
                  <a:moveTo>
                    <a:pt x="2038" y="1873"/>
                  </a:moveTo>
                  <a:lnTo>
                    <a:pt x="2038" y="1873"/>
                  </a:lnTo>
                  <a:lnTo>
                    <a:pt x="1588" y="1873"/>
                  </a:lnTo>
                  <a:lnTo>
                    <a:pt x="1588" y="1215"/>
                  </a:lnTo>
                  <a:lnTo>
                    <a:pt x="1587" y="1183"/>
                  </a:lnTo>
                  <a:lnTo>
                    <a:pt x="1585" y="1153"/>
                  </a:lnTo>
                  <a:lnTo>
                    <a:pt x="1581" y="1124"/>
                  </a:lnTo>
                  <a:lnTo>
                    <a:pt x="1574" y="1097"/>
                  </a:lnTo>
                  <a:lnTo>
                    <a:pt x="1571" y="1084"/>
                  </a:lnTo>
                  <a:lnTo>
                    <a:pt x="1567" y="1072"/>
                  </a:lnTo>
                  <a:lnTo>
                    <a:pt x="1562" y="1059"/>
                  </a:lnTo>
                  <a:lnTo>
                    <a:pt x="1558" y="1048"/>
                  </a:lnTo>
                  <a:lnTo>
                    <a:pt x="1552" y="1036"/>
                  </a:lnTo>
                  <a:lnTo>
                    <a:pt x="1546" y="1025"/>
                  </a:lnTo>
                  <a:lnTo>
                    <a:pt x="1540" y="1015"/>
                  </a:lnTo>
                  <a:lnTo>
                    <a:pt x="1534" y="1005"/>
                  </a:lnTo>
                  <a:lnTo>
                    <a:pt x="1526" y="996"/>
                  </a:lnTo>
                  <a:lnTo>
                    <a:pt x="1518" y="987"/>
                  </a:lnTo>
                  <a:lnTo>
                    <a:pt x="1511" y="979"/>
                  </a:lnTo>
                  <a:lnTo>
                    <a:pt x="1501" y="971"/>
                  </a:lnTo>
                  <a:lnTo>
                    <a:pt x="1493" y="964"/>
                  </a:lnTo>
                  <a:lnTo>
                    <a:pt x="1484" y="957"/>
                  </a:lnTo>
                  <a:lnTo>
                    <a:pt x="1473" y="951"/>
                  </a:lnTo>
                  <a:lnTo>
                    <a:pt x="1463" y="946"/>
                  </a:lnTo>
                  <a:lnTo>
                    <a:pt x="1453" y="941"/>
                  </a:lnTo>
                  <a:lnTo>
                    <a:pt x="1441" y="936"/>
                  </a:lnTo>
                  <a:lnTo>
                    <a:pt x="1429" y="933"/>
                  </a:lnTo>
                  <a:lnTo>
                    <a:pt x="1416" y="930"/>
                  </a:lnTo>
                  <a:lnTo>
                    <a:pt x="1404" y="928"/>
                  </a:lnTo>
                  <a:lnTo>
                    <a:pt x="1390" y="926"/>
                  </a:lnTo>
                  <a:lnTo>
                    <a:pt x="1377" y="925"/>
                  </a:lnTo>
                  <a:lnTo>
                    <a:pt x="1362" y="925"/>
                  </a:lnTo>
                  <a:lnTo>
                    <a:pt x="1341" y="926"/>
                  </a:lnTo>
                  <a:lnTo>
                    <a:pt x="1320" y="928"/>
                  </a:lnTo>
                  <a:lnTo>
                    <a:pt x="1301" y="932"/>
                  </a:lnTo>
                  <a:lnTo>
                    <a:pt x="1283" y="938"/>
                  </a:lnTo>
                  <a:lnTo>
                    <a:pt x="1266" y="946"/>
                  </a:lnTo>
                  <a:lnTo>
                    <a:pt x="1251" y="954"/>
                  </a:lnTo>
                  <a:lnTo>
                    <a:pt x="1235" y="963"/>
                  </a:lnTo>
                  <a:lnTo>
                    <a:pt x="1222" y="974"/>
                  </a:lnTo>
                  <a:lnTo>
                    <a:pt x="1209" y="985"/>
                  </a:lnTo>
                  <a:lnTo>
                    <a:pt x="1198" y="998"/>
                  </a:lnTo>
                  <a:lnTo>
                    <a:pt x="1187" y="1010"/>
                  </a:lnTo>
                  <a:lnTo>
                    <a:pt x="1177" y="1024"/>
                  </a:lnTo>
                  <a:lnTo>
                    <a:pt x="1168" y="1038"/>
                  </a:lnTo>
                  <a:lnTo>
                    <a:pt x="1160" y="1052"/>
                  </a:lnTo>
                  <a:lnTo>
                    <a:pt x="1153" y="1066"/>
                  </a:lnTo>
                  <a:lnTo>
                    <a:pt x="1148" y="1081"/>
                  </a:lnTo>
                  <a:lnTo>
                    <a:pt x="1143" y="1091"/>
                  </a:lnTo>
                  <a:lnTo>
                    <a:pt x="1140" y="1103"/>
                  </a:lnTo>
                  <a:lnTo>
                    <a:pt x="1139" y="1115"/>
                  </a:lnTo>
                  <a:lnTo>
                    <a:pt x="1138" y="1129"/>
                  </a:lnTo>
                  <a:lnTo>
                    <a:pt x="1137" y="1156"/>
                  </a:lnTo>
                  <a:lnTo>
                    <a:pt x="1137" y="1185"/>
                  </a:lnTo>
                  <a:lnTo>
                    <a:pt x="1137" y="1873"/>
                  </a:lnTo>
                  <a:lnTo>
                    <a:pt x="691" y="1873"/>
                  </a:lnTo>
                  <a:lnTo>
                    <a:pt x="691" y="1860"/>
                  </a:lnTo>
                  <a:lnTo>
                    <a:pt x="691" y="1823"/>
                  </a:lnTo>
                  <a:lnTo>
                    <a:pt x="692" y="1765"/>
                  </a:lnTo>
                  <a:lnTo>
                    <a:pt x="692" y="1689"/>
                  </a:lnTo>
                  <a:lnTo>
                    <a:pt x="692" y="1599"/>
                  </a:lnTo>
                  <a:lnTo>
                    <a:pt x="693" y="1498"/>
                  </a:lnTo>
                  <a:lnTo>
                    <a:pt x="693" y="1390"/>
                  </a:lnTo>
                  <a:lnTo>
                    <a:pt x="693" y="1277"/>
                  </a:lnTo>
                  <a:lnTo>
                    <a:pt x="693" y="1162"/>
                  </a:lnTo>
                  <a:lnTo>
                    <a:pt x="694" y="1050"/>
                  </a:lnTo>
                  <a:lnTo>
                    <a:pt x="694" y="942"/>
                  </a:lnTo>
                  <a:lnTo>
                    <a:pt x="693" y="845"/>
                  </a:lnTo>
                  <a:lnTo>
                    <a:pt x="693" y="757"/>
                  </a:lnTo>
                  <a:lnTo>
                    <a:pt x="693" y="686"/>
                  </a:lnTo>
                  <a:lnTo>
                    <a:pt x="692" y="632"/>
                  </a:lnTo>
                  <a:lnTo>
                    <a:pt x="691" y="601"/>
                  </a:lnTo>
                  <a:lnTo>
                    <a:pt x="1137" y="601"/>
                  </a:lnTo>
                  <a:lnTo>
                    <a:pt x="1137" y="801"/>
                  </a:lnTo>
                  <a:lnTo>
                    <a:pt x="1140" y="793"/>
                  </a:lnTo>
                  <a:lnTo>
                    <a:pt x="1143" y="783"/>
                  </a:lnTo>
                  <a:lnTo>
                    <a:pt x="1148" y="775"/>
                  </a:lnTo>
                  <a:lnTo>
                    <a:pt x="1153" y="766"/>
                  </a:lnTo>
                  <a:lnTo>
                    <a:pt x="1164" y="749"/>
                  </a:lnTo>
                  <a:lnTo>
                    <a:pt x="1179" y="730"/>
                  </a:lnTo>
                  <a:lnTo>
                    <a:pt x="1195" y="712"/>
                  </a:lnTo>
                  <a:lnTo>
                    <a:pt x="1214" y="695"/>
                  </a:lnTo>
                  <a:lnTo>
                    <a:pt x="1236" y="678"/>
                  </a:lnTo>
                  <a:lnTo>
                    <a:pt x="1260" y="661"/>
                  </a:lnTo>
                  <a:lnTo>
                    <a:pt x="1274" y="654"/>
                  </a:lnTo>
                  <a:lnTo>
                    <a:pt x="1287" y="647"/>
                  </a:lnTo>
                  <a:lnTo>
                    <a:pt x="1301" y="639"/>
                  </a:lnTo>
                  <a:lnTo>
                    <a:pt x="1315" y="632"/>
                  </a:lnTo>
                  <a:lnTo>
                    <a:pt x="1331" y="626"/>
                  </a:lnTo>
                  <a:lnTo>
                    <a:pt x="1346" y="620"/>
                  </a:lnTo>
                  <a:lnTo>
                    <a:pt x="1363" y="614"/>
                  </a:lnTo>
                  <a:lnTo>
                    <a:pt x="1380" y="609"/>
                  </a:lnTo>
                  <a:lnTo>
                    <a:pt x="1397" y="604"/>
                  </a:lnTo>
                  <a:lnTo>
                    <a:pt x="1415" y="601"/>
                  </a:lnTo>
                  <a:lnTo>
                    <a:pt x="1434" y="597"/>
                  </a:lnTo>
                  <a:lnTo>
                    <a:pt x="1453" y="594"/>
                  </a:lnTo>
                  <a:lnTo>
                    <a:pt x="1472" y="592"/>
                  </a:lnTo>
                  <a:lnTo>
                    <a:pt x="1492" y="590"/>
                  </a:lnTo>
                  <a:lnTo>
                    <a:pt x="1513" y="588"/>
                  </a:lnTo>
                  <a:lnTo>
                    <a:pt x="1534" y="588"/>
                  </a:lnTo>
                  <a:lnTo>
                    <a:pt x="1561" y="588"/>
                  </a:lnTo>
                  <a:lnTo>
                    <a:pt x="1587" y="591"/>
                  </a:lnTo>
                  <a:lnTo>
                    <a:pt x="1612" y="594"/>
                  </a:lnTo>
                  <a:lnTo>
                    <a:pt x="1637" y="597"/>
                  </a:lnTo>
                  <a:lnTo>
                    <a:pt x="1662" y="602"/>
                  </a:lnTo>
                  <a:lnTo>
                    <a:pt x="1686" y="608"/>
                  </a:lnTo>
                  <a:lnTo>
                    <a:pt x="1710" y="614"/>
                  </a:lnTo>
                  <a:lnTo>
                    <a:pt x="1732" y="623"/>
                  </a:lnTo>
                  <a:lnTo>
                    <a:pt x="1754" y="632"/>
                  </a:lnTo>
                  <a:lnTo>
                    <a:pt x="1776" y="643"/>
                  </a:lnTo>
                  <a:lnTo>
                    <a:pt x="1797" y="654"/>
                  </a:lnTo>
                  <a:lnTo>
                    <a:pt x="1818" y="668"/>
                  </a:lnTo>
                  <a:lnTo>
                    <a:pt x="1838" y="681"/>
                  </a:lnTo>
                  <a:lnTo>
                    <a:pt x="1856" y="696"/>
                  </a:lnTo>
                  <a:lnTo>
                    <a:pt x="1875" y="712"/>
                  </a:lnTo>
                  <a:lnTo>
                    <a:pt x="1893" y="729"/>
                  </a:lnTo>
                  <a:lnTo>
                    <a:pt x="1908" y="748"/>
                  </a:lnTo>
                  <a:lnTo>
                    <a:pt x="1925" y="768"/>
                  </a:lnTo>
                  <a:lnTo>
                    <a:pt x="1940" y="788"/>
                  </a:lnTo>
                  <a:lnTo>
                    <a:pt x="1953" y="810"/>
                  </a:lnTo>
                  <a:lnTo>
                    <a:pt x="1967" y="833"/>
                  </a:lnTo>
                  <a:lnTo>
                    <a:pt x="1978" y="857"/>
                  </a:lnTo>
                  <a:lnTo>
                    <a:pt x="1989" y="882"/>
                  </a:lnTo>
                  <a:lnTo>
                    <a:pt x="1999" y="909"/>
                  </a:lnTo>
                  <a:lnTo>
                    <a:pt x="2008" y="937"/>
                  </a:lnTo>
                  <a:lnTo>
                    <a:pt x="2017" y="966"/>
                  </a:lnTo>
                  <a:lnTo>
                    <a:pt x="2023" y="997"/>
                  </a:lnTo>
                  <a:lnTo>
                    <a:pt x="2028" y="1028"/>
                  </a:lnTo>
                  <a:lnTo>
                    <a:pt x="2033" y="1060"/>
                  </a:lnTo>
                  <a:lnTo>
                    <a:pt x="2036" y="1094"/>
                  </a:lnTo>
                  <a:lnTo>
                    <a:pt x="2037" y="1129"/>
                  </a:lnTo>
                  <a:lnTo>
                    <a:pt x="2038" y="1165"/>
                  </a:lnTo>
                  <a:lnTo>
                    <a:pt x="2038" y="1873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IN" dirty="0">
                <a:latin typeface="+mn-lt"/>
              </a:endParaRPr>
            </a:p>
          </p:txBody>
        </p:sp>
        <p:sp>
          <p:nvSpPr>
            <p:cNvPr id="12" name="Freeform 9"/>
            <p:cNvSpPr/>
            <p:nvPr userDrawn="1"/>
          </p:nvSpPr>
          <p:spPr bwMode="auto">
            <a:xfrm>
              <a:off x="6543675" y="3213100"/>
              <a:ext cx="431800" cy="431800"/>
            </a:xfrm>
            <a:custGeom>
              <a:avLst/>
              <a:gdLst>
                <a:gd name="T0" fmla="*/ 2248 w 4078"/>
                <a:gd name="T1" fmla="*/ 4070 h 4080"/>
                <a:gd name="T2" fmla="*/ 2548 w 4078"/>
                <a:gd name="T3" fmla="*/ 4015 h 4080"/>
                <a:gd name="T4" fmla="*/ 2832 w 4078"/>
                <a:gd name="T5" fmla="*/ 3920 h 4080"/>
                <a:gd name="T6" fmla="*/ 3097 w 4078"/>
                <a:gd name="T7" fmla="*/ 3784 h 4080"/>
                <a:gd name="T8" fmla="*/ 3336 w 4078"/>
                <a:gd name="T9" fmla="*/ 3615 h 4080"/>
                <a:gd name="T10" fmla="*/ 3548 w 4078"/>
                <a:gd name="T11" fmla="*/ 3412 h 4080"/>
                <a:gd name="T12" fmla="*/ 3729 w 4078"/>
                <a:gd name="T13" fmla="*/ 3181 h 4080"/>
                <a:gd name="T14" fmla="*/ 3877 w 4078"/>
                <a:gd name="T15" fmla="*/ 2924 h 4080"/>
                <a:gd name="T16" fmla="*/ 3986 w 4078"/>
                <a:gd name="T17" fmla="*/ 2646 h 4080"/>
                <a:gd name="T18" fmla="*/ 4054 w 4078"/>
                <a:gd name="T19" fmla="*/ 2351 h 4080"/>
                <a:gd name="T20" fmla="*/ 4078 w 4078"/>
                <a:gd name="T21" fmla="*/ 2039 h 4080"/>
                <a:gd name="T22" fmla="*/ 4054 w 4078"/>
                <a:gd name="T23" fmla="*/ 1729 h 4080"/>
                <a:gd name="T24" fmla="*/ 3986 w 4078"/>
                <a:gd name="T25" fmla="*/ 1434 h 4080"/>
                <a:gd name="T26" fmla="*/ 3877 w 4078"/>
                <a:gd name="T27" fmla="*/ 1156 h 4080"/>
                <a:gd name="T28" fmla="*/ 3729 w 4078"/>
                <a:gd name="T29" fmla="*/ 899 h 4080"/>
                <a:gd name="T30" fmla="*/ 3548 w 4078"/>
                <a:gd name="T31" fmla="*/ 668 h 4080"/>
                <a:gd name="T32" fmla="*/ 3336 w 4078"/>
                <a:gd name="T33" fmla="*/ 465 h 4080"/>
                <a:gd name="T34" fmla="*/ 3097 w 4078"/>
                <a:gd name="T35" fmla="*/ 296 h 4080"/>
                <a:gd name="T36" fmla="*/ 2832 w 4078"/>
                <a:gd name="T37" fmla="*/ 160 h 4080"/>
                <a:gd name="T38" fmla="*/ 2548 w 4078"/>
                <a:gd name="T39" fmla="*/ 65 h 4080"/>
                <a:gd name="T40" fmla="*/ 2248 w 4078"/>
                <a:gd name="T41" fmla="*/ 10 h 4080"/>
                <a:gd name="T42" fmla="*/ 1934 w 4078"/>
                <a:gd name="T43" fmla="*/ 3 h 4080"/>
                <a:gd name="T44" fmla="*/ 1628 w 4078"/>
                <a:gd name="T45" fmla="*/ 42 h 4080"/>
                <a:gd name="T46" fmla="*/ 1338 w 4078"/>
                <a:gd name="T47" fmla="*/ 124 h 4080"/>
                <a:gd name="T48" fmla="*/ 1067 w 4078"/>
                <a:gd name="T49" fmla="*/ 247 h 4080"/>
                <a:gd name="T50" fmla="*/ 819 w 4078"/>
                <a:gd name="T51" fmla="*/ 405 h 4080"/>
                <a:gd name="T52" fmla="*/ 597 w 4078"/>
                <a:gd name="T53" fmla="*/ 598 h 4080"/>
                <a:gd name="T54" fmla="*/ 405 w 4078"/>
                <a:gd name="T55" fmla="*/ 819 h 4080"/>
                <a:gd name="T56" fmla="*/ 246 w 4078"/>
                <a:gd name="T57" fmla="*/ 1068 h 4080"/>
                <a:gd name="T58" fmla="*/ 124 w 4078"/>
                <a:gd name="T59" fmla="*/ 1339 h 4080"/>
                <a:gd name="T60" fmla="*/ 41 w 4078"/>
                <a:gd name="T61" fmla="*/ 1629 h 4080"/>
                <a:gd name="T62" fmla="*/ 3 w 4078"/>
                <a:gd name="T63" fmla="*/ 1935 h 4080"/>
                <a:gd name="T64" fmla="*/ 10 w 4078"/>
                <a:gd name="T65" fmla="*/ 2249 h 4080"/>
                <a:gd name="T66" fmla="*/ 64 w 4078"/>
                <a:gd name="T67" fmla="*/ 2550 h 4080"/>
                <a:gd name="T68" fmla="*/ 160 w 4078"/>
                <a:gd name="T69" fmla="*/ 2834 h 4080"/>
                <a:gd name="T70" fmla="*/ 295 w 4078"/>
                <a:gd name="T71" fmla="*/ 3098 h 4080"/>
                <a:gd name="T72" fmla="*/ 466 w 4078"/>
                <a:gd name="T73" fmla="*/ 3338 h 4080"/>
                <a:gd name="T74" fmla="*/ 668 w 4078"/>
                <a:gd name="T75" fmla="*/ 3550 h 4080"/>
                <a:gd name="T76" fmla="*/ 899 w 4078"/>
                <a:gd name="T77" fmla="*/ 3731 h 4080"/>
                <a:gd name="T78" fmla="*/ 1155 w 4078"/>
                <a:gd name="T79" fmla="*/ 3879 h 4080"/>
                <a:gd name="T80" fmla="*/ 1433 w 4078"/>
                <a:gd name="T81" fmla="*/ 3988 h 4080"/>
                <a:gd name="T82" fmla="*/ 1728 w 4078"/>
                <a:gd name="T83" fmla="*/ 4056 h 4080"/>
                <a:gd name="T84" fmla="*/ 2039 w 4078"/>
                <a:gd name="T85" fmla="*/ 4080 h 4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078" h="4080">
                  <a:moveTo>
                    <a:pt x="2039" y="4080"/>
                  </a:moveTo>
                  <a:lnTo>
                    <a:pt x="2143" y="4077"/>
                  </a:lnTo>
                  <a:lnTo>
                    <a:pt x="2248" y="4070"/>
                  </a:lnTo>
                  <a:lnTo>
                    <a:pt x="2350" y="4056"/>
                  </a:lnTo>
                  <a:lnTo>
                    <a:pt x="2449" y="4038"/>
                  </a:lnTo>
                  <a:lnTo>
                    <a:pt x="2548" y="4015"/>
                  </a:lnTo>
                  <a:lnTo>
                    <a:pt x="2645" y="3988"/>
                  </a:lnTo>
                  <a:lnTo>
                    <a:pt x="2740" y="3956"/>
                  </a:lnTo>
                  <a:lnTo>
                    <a:pt x="2832" y="3920"/>
                  </a:lnTo>
                  <a:lnTo>
                    <a:pt x="2923" y="3879"/>
                  </a:lnTo>
                  <a:lnTo>
                    <a:pt x="3011" y="3834"/>
                  </a:lnTo>
                  <a:lnTo>
                    <a:pt x="3097" y="3784"/>
                  </a:lnTo>
                  <a:lnTo>
                    <a:pt x="3179" y="3731"/>
                  </a:lnTo>
                  <a:lnTo>
                    <a:pt x="3259" y="3675"/>
                  </a:lnTo>
                  <a:lnTo>
                    <a:pt x="3336" y="3615"/>
                  </a:lnTo>
                  <a:lnTo>
                    <a:pt x="3410" y="3550"/>
                  </a:lnTo>
                  <a:lnTo>
                    <a:pt x="3481" y="3482"/>
                  </a:lnTo>
                  <a:lnTo>
                    <a:pt x="3548" y="3412"/>
                  </a:lnTo>
                  <a:lnTo>
                    <a:pt x="3613" y="3338"/>
                  </a:lnTo>
                  <a:lnTo>
                    <a:pt x="3673" y="3261"/>
                  </a:lnTo>
                  <a:lnTo>
                    <a:pt x="3729" y="3181"/>
                  </a:lnTo>
                  <a:lnTo>
                    <a:pt x="3782" y="3098"/>
                  </a:lnTo>
                  <a:lnTo>
                    <a:pt x="3832" y="3013"/>
                  </a:lnTo>
                  <a:lnTo>
                    <a:pt x="3877" y="2924"/>
                  </a:lnTo>
                  <a:lnTo>
                    <a:pt x="3918" y="2834"/>
                  </a:lnTo>
                  <a:lnTo>
                    <a:pt x="3954" y="2741"/>
                  </a:lnTo>
                  <a:lnTo>
                    <a:pt x="3986" y="2646"/>
                  </a:lnTo>
                  <a:lnTo>
                    <a:pt x="4013" y="2550"/>
                  </a:lnTo>
                  <a:lnTo>
                    <a:pt x="4036" y="2451"/>
                  </a:lnTo>
                  <a:lnTo>
                    <a:pt x="4054" y="2351"/>
                  </a:lnTo>
                  <a:lnTo>
                    <a:pt x="4068" y="2249"/>
                  </a:lnTo>
                  <a:lnTo>
                    <a:pt x="4075" y="2145"/>
                  </a:lnTo>
                  <a:lnTo>
                    <a:pt x="4078" y="2039"/>
                  </a:lnTo>
                  <a:lnTo>
                    <a:pt x="4075" y="1935"/>
                  </a:lnTo>
                  <a:lnTo>
                    <a:pt x="4068" y="1831"/>
                  </a:lnTo>
                  <a:lnTo>
                    <a:pt x="4054" y="1729"/>
                  </a:lnTo>
                  <a:lnTo>
                    <a:pt x="4036" y="1629"/>
                  </a:lnTo>
                  <a:lnTo>
                    <a:pt x="4013" y="1530"/>
                  </a:lnTo>
                  <a:lnTo>
                    <a:pt x="3986" y="1434"/>
                  </a:lnTo>
                  <a:lnTo>
                    <a:pt x="3954" y="1339"/>
                  </a:lnTo>
                  <a:lnTo>
                    <a:pt x="3918" y="1246"/>
                  </a:lnTo>
                  <a:lnTo>
                    <a:pt x="3877" y="1156"/>
                  </a:lnTo>
                  <a:lnTo>
                    <a:pt x="3832" y="1068"/>
                  </a:lnTo>
                  <a:lnTo>
                    <a:pt x="3782" y="982"/>
                  </a:lnTo>
                  <a:lnTo>
                    <a:pt x="3729" y="899"/>
                  </a:lnTo>
                  <a:lnTo>
                    <a:pt x="3673" y="819"/>
                  </a:lnTo>
                  <a:lnTo>
                    <a:pt x="3613" y="742"/>
                  </a:lnTo>
                  <a:lnTo>
                    <a:pt x="3548" y="668"/>
                  </a:lnTo>
                  <a:lnTo>
                    <a:pt x="3481" y="598"/>
                  </a:lnTo>
                  <a:lnTo>
                    <a:pt x="3410" y="530"/>
                  </a:lnTo>
                  <a:lnTo>
                    <a:pt x="3336" y="465"/>
                  </a:lnTo>
                  <a:lnTo>
                    <a:pt x="3259" y="405"/>
                  </a:lnTo>
                  <a:lnTo>
                    <a:pt x="3179" y="349"/>
                  </a:lnTo>
                  <a:lnTo>
                    <a:pt x="3097" y="296"/>
                  </a:lnTo>
                  <a:lnTo>
                    <a:pt x="3011" y="247"/>
                  </a:lnTo>
                  <a:lnTo>
                    <a:pt x="2923" y="201"/>
                  </a:lnTo>
                  <a:lnTo>
                    <a:pt x="2832" y="160"/>
                  </a:lnTo>
                  <a:lnTo>
                    <a:pt x="2740" y="124"/>
                  </a:lnTo>
                  <a:lnTo>
                    <a:pt x="2645" y="92"/>
                  </a:lnTo>
                  <a:lnTo>
                    <a:pt x="2548" y="65"/>
                  </a:lnTo>
                  <a:lnTo>
                    <a:pt x="2449" y="42"/>
                  </a:lnTo>
                  <a:lnTo>
                    <a:pt x="2350" y="24"/>
                  </a:lnTo>
                  <a:lnTo>
                    <a:pt x="2248" y="10"/>
                  </a:lnTo>
                  <a:lnTo>
                    <a:pt x="2143" y="3"/>
                  </a:lnTo>
                  <a:lnTo>
                    <a:pt x="2039" y="0"/>
                  </a:lnTo>
                  <a:lnTo>
                    <a:pt x="1934" y="3"/>
                  </a:lnTo>
                  <a:lnTo>
                    <a:pt x="1830" y="10"/>
                  </a:lnTo>
                  <a:lnTo>
                    <a:pt x="1728" y="24"/>
                  </a:lnTo>
                  <a:lnTo>
                    <a:pt x="1628" y="42"/>
                  </a:lnTo>
                  <a:lnTo>
                    <a:pt x="1530" y="65"/>
                  </a:lnTo>
                  <a:lnTo>
                    <a:pt x="1433" y="92"/>
                  </a:lnTo>
                  <a:lnTo>
                    <a:pt x="1338" y="124"/>
                  </a:lnTo>
                  <a:lnTo>
                    <a:pt x="1245" y="160"/>
                  </a:lnTo>
                  <a:lnTo>
                    <a:pt x="1155" y="201"/>
                  </a:lnTo>
                  <a:lnTo>
                    <a:pt x="1067" y="247"/>
                  </a:lnTo>
                  <a:lnTo>
                    <a:pt x="982" y="296"/>
                  </a:lnTo>
                  <a:lnTo>
                    <a:pt x="899" y="349"/>
                  </a:lnTo>
                  <a:lnTo>
                    <a:pt x="819" y="405"/>
                  </a:lnTo>
                  <a:lnTo>
                    <a:pt x="742" y="465"/>
                  </a:lnTo>
                  <a:lnTo>
                    <a:pt x="668" y="530"/>
                  </a:lnTo>
                  <a:lnTo>
                    <a:pt x="597" y="598"/>
                  </a:lnTo>
                  <a:lnTo>
                    <a:pt x="529" y="668"/>
                  </a:lnTo>
                  <a:lnTo>
                    <a:pt x="466" y="742"/>
                  </a:lnTo>
                  <a:lnTo>
                    <a:pt x="405" y="819"/>
                  </a:lnTo>
                  <a:lnTo>
                    <a:pt x="348" y="899"/>
                  </a:lnTo>
                  <a:lnTo>
                    <a:pt x="295" y="982"/>
                  </a:lnTo>
                  <a:lnTo>
                    <a:pt x="246" y="1068"/>
                  </a:lnTo>
                  <a:lnTo>
                    <a:pt x="201" y="1156"/>
                  </a:lnTo>
                  <a:lnTo>
                    <a:pt x="160" y="1246"/>
                  </a:lnTo>
                  <a:lnTo>
                    <a:pt x="124" y="1339"/>
                  </a:lnTo>
                  <a:lnTo>
                    <a:pt x="91" y="1434"/>
                  </a:lnTo>
                  <a:lnTo>
                    <a:pt x="64" y="1530"/>
                  </a:lnTo>
                  <a:lnTo>
                    <a:pt x="41" y="1629"/>
                  </a:lnTo>
                  <a:lnTo>
                    <a:pt x="24" y="1729"/>
                  </a:lnTo>
                  <a:lnTo>
                    <a:pt x="10" y="1831"/>
                  </a:lnTo>
                  <a:lnTo>
                    <a:pt x="3" y="1935"/>
                  </a:lnTo>
                  <a:lnTo>
                    <a:pt x="0" y="2039"/>
                  </a:lnTo>
                  <a:lnTo>
                    <a:pt x="3" y="2145"/>
                  </a:lnTo>
                  <a:lnTo>
                    <a:pt x="10" y="2249"/>
                  </a:lnTo>
                  <a:lnTo>
                    <a:pt x="24" y="2351"/>
                  </a:lnTo>
                  <a:lnTo>
                    <a:pt x="41" y="2451"/>
                  </a:lnTo>
                  <a:lnTo>
                    <a:pt x="64" y="2550"/>
                  </a:lnTo>
                  <a:lnTo>
                    <a:pt x="91" y="2646"/>
                  </a:lnTo>
                  <a:lnTo>
                    <a:pt x="124" y="2741"/>
                  </a:lnTo>
                  <a:lnTo>
                    <a:pt x="160" y="2834"/>
                  </a:lnTo>
                  <a:lnTo>
                    <a:pt x="201" y="2924"/>
                  </a:lnTo>
                  <a:lnTo>
                    <a:pt x="246" y="3013"/>
                  </a:lnTo>
                  <a:lnTo>
                    <a:pt x="295" y="3098"/>
                  </a:lnTo>
                  <a:lnTo>
                    <a:pt x="348" y="3181"/>
                  </a:lnTo>
                  <a:lnTo>
                    <a:pt x="405" y="3261"/>
                  </a:lnTo>
                  <a:lnTo>
                    <a:pt x="466" y="3338"/>
                  </a:lnTo>
                  <a:lnTo>
                    <a:pt x="529" y="3412"/>
                  </a:lnTo>
                  <a:lnTo>
                    <a:pt x="597" y="3482"/>
                  </a:lnTo>
                  <a:lnTo>
                    <a:pt x="668" y="3550"/>
                  </a:lnTo>
                  <a:lnTo>
                    <a:pt x="742" y="3615"/>
                  </a:lnTo>
                  <a:lnTo>
                    <a:pt x="819" y="3675"/>
                  </a:lnTo>
                  <a:lnTo>
                    <a:pt x="899" y="3731"/>
                  </a:lnTo>
                  <a:lnTo>
                    <a:pt x="982" y="3784"/>
                  </a:lnTo>
                  <a:lnTo>
                    <a:pt x="1067" y="3834"/>
                  </a:lnTo>
                  <a:lnTo>
                    <a:pt x="1155" y="3879"/>
                  </a:lnTo>
                  <a:lnTo>
                    <a:pt x="1245" y="3920"/>
                  </a:lnTo>
                  <a:lnTo>
                    <a:pt x="1338" y="3956"/>
                  </a:lnTo>
                  <a:lnTo>
                    <a:pt x="1433" y="3988"/>
                  </a:lnTo>
                  <a:lnTo>
                    <a:pt x="1530" y="4015"/>
                  </a:lnTo>
                  <a:lnTo>
                    <a:pt x="1628" y="4038"/>
                  </a:lnTo>
                  <a:lnTo>
                    <a:pt x="1728" y="4056"/>
                  </a:lnTo>
                  <a:lnTo>
                    <a:pt x="1830" y="4070"/>
                  </a:lnTo>
                  <a:lnTo>
                    <a:pt x="1934" y="4077"/>
                  </a:lnTo>
                  <a:lnTo>
                    <a:pt x="2039" y="408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IN" dirty="0">
                <a:latin typeface="+mn-lt"/>
              </a:endParaRPr>
            </a:p>
          </p:txBody>
        </p:sp>
        <p:sp>
          <p:nvSpPr>
            <p:cNvPr id="13" name="Freeform 10"/>
            <p:cNvSpPr/>
            <p:nvPr userDrawn="1"/>
          </p:nvSpPr>
          <p:spPr bwMode="auto">
            <a:xfrm>
              <a:off x="6707188" y="3321050"/>
              <a:ext cx="104775" cy="215900"/>
            </a:xfrm>
            <a:custGeom>
              <a:avLst/>
              <a:gdLst>
                <a:gd name="T0" fmla="*/ 210 w 984"/>
                <a:gd name="T1" fmla="*/ 675 h 2040"/>
                <a:gd name="T2" fmla="*/ 211 w 984"/>
                <a:gd name="T3" fmla="*/ 433 h 2040"/>
                <a:gd name="T4" fmla="*/ 214 w 984"/>
                <a:gd name="T5" fmla="*/ 374 h 2040"/>
                <a:gd name="T6" fmla="*/ 218 w 984"/>
                <a:gd name="T7" fmla="*/ 331 h 2040"/>
                <a:gd name="T8" fmla="*/ 224 w 984"/>
                <a:gd name="T9" fmla="*/ 289 h 2040"/>
                <a:gd name="T10" fmla="*/ 234 w 984"/>
                <a:gd name="T11" fmla="*/ 247 h 2040"/>
                <a:gd name="T12" fmla="*/ 248 w 984"/>
                <a:gd name="T13" fmla="*/ 207 h 2040"/>
                <a:gd name="T14" fmla="*/ 268 w 984"/>
                <a:gd name="T15" fmla="*/ 170 h 2040"/>
                <a:gd name="T16" fmla="*/ 292 w 984"/>
                <a:gd name="T17" fmla="*/ 137 h 2040"/>
                <a:gd name="T18" fmla="*/ 321 w 984"/>
                <a:gd name="T19" fmla="*/ 105 h 2040"/>
                <a:gd name="T20" fmla="*/ 352 w 984"/>
                <a:gd name="T21" fmla="*/ 77 h 2040"/>
                <a:gd name="T22" fmla="*/ 388 w 984"/>
                <a:gd name="T23" fmla="*/ 53 h 2040"/>
                <a:gd name="T24" fmla="*/ 428 w 984"/>
                <a:gd name="T25" fmla="*/ 33 h 2040"/>
                <a:gd name="T26" fmla="*/ 472 w 984"/>
                <a:gd name="T27" fmla="*/ 17 h 2040"/>
                <a:gd name="T28" fmla="*/ 522 w 984"/>
                <a:gd name="T29" fmla="*/ 7 h 2040"/>
                <a:gd name="T30" fmla="*/ 576 w 984"/>
                <a:gd name="T31" fmla="*/ 0 h 2040"/>
                <a:gd name="T32" fmla="*/ 654 w 984"/>
                <a:gd name="T33" fmla="*/ 0 h 2040"/>
                <a:gd name="T34" fmla="*/ 740 w 984"/>
                <a:gd name="T35" fmla="*/ 3 h 2040"/>
                <a:gd name="T36" fmla="*/ 812 w 984"/>
                <a:gd name="T37" fmla="*/ 9 h 2040"/>
                <a:gd name="T38" fmla="*/ 870 w 984"/>
                <a:gd name="T39" fmla="*/ 16 h 2040"/>
                <a:gd name="T40" fmla="*/ 935 w 984"/>
                <a:gd name="T41" fmla="*/ 26 h 2040"/>
                <a:gd name="T42" fmla="*/ 978 w 984"/>
                <a:gd name="T43" fmla="*/ 37 h 2040"/>
                <a:gd name="T44" fmla="*/ 932 w 984"/>
                <a:gd name="T45" fmla="*/ 350 h 2040"/>
                <a:gd name="T46" fmla="*/ 916 w 984"/>
                <a:gd name="T47" fmla="*/ 346 h 2040"/>
                <a:gd name="T48" fmla="*/ 877 w 984"/>
                <a:gd name="T49" fmla="*/ 338 h 2040"/>
                <a:gd name="T50" fmla="*/ 822 w 984"/>
                <a:gd name="T51" fmla="*/ 329 h 2040"/>
                <a:gd name="T52" fmla="*/ 761 w 984"/>
                <a:gd name="T53" fmla="*/ 325 h 2040"/>
                <a:gd name="T54" fmla="*/ 731 w 984"/>
                <a:gd name="T55" fmla="*/ 326 h 2040"/>
                <a:gd name="T56" fmla="*/ 703 w 984"/>
                <a:gd name="T57" fmla="*/ 331 h 2040"/>
                <a:gd name="T58" fmla="*/ 677 w 984"/>
                <a:gd name="T59" fmla="*/ 339 h 2040"/>
                <a:gd name="T60" fmla="*/ 653 w 984"/>
                <a:gd name="T61" fmla="*/ 350 h 2040"/>
                <a:gd name="T62" fmla="*/ 634 w 984"/>
                <a:gd name="T63" fmla="*/ 365 h 2040"/>
                <a:gd name="T64" fmla="*/ 618 w 984"/>
                <a:gd name="T65" fmla="*/ 384 h 2040"/>
                <a:gd name="T66" fmla="*/ 609 w 984"/>
                <a:gd name="T67" fmla="*/ 408 h 2040"/>
                <a:gd name="T68" fmla="*/ 606 w 984"/>
                <a:gd name="T69" fmla="*/ 436 h 2040"/>
                <a:gd name="T70" fmla="*/ 942 w 984"/>
                <a:gd name="T71" fmla="*/ 675 h 2040"/>
                <a:gd name="T72" fmla="*/ 606 w 984"/>
                <a:gd name="T73" fmla="*/ 980 h 2040"/>
                <a:gd name="T74" fmla="*/ 210 w 984"/>
                <a:gd name="T75" fmla="*/ 2040 h 2040"/>
                <a:gd name="T76" fmla="*/ 0 w 984"/>
                <a:gd name="T77" fmla="*/ 980 h 20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84" h="2040">
                  <a:moveTo>
                    <a:pt x="0" y="675"/>
                  </a:moveTo>
                  <a:lnTo>
                    <a:pt x="210" y="675"/>
                  </a:lnTo>
                  <a:lnTo>
                    <a:pt x="210" y="470"/>
                  </a:lnTo>
                  <a:lnTo>
                    <a:pt x="211" y="433"/>
                  </a:lnTo>
                  <a:lnTo>
                    <a:pt x="212" y="394"/>
                  </a:lnTo>
                  <a:lnTo>
                    <a:pt x="214" y="374"/>
                  </a:lnTo>
                  <a:lnTo>
                    <a:pt x="215" y="352"/>
                  </a:lnTo>
                  <a:lnTo>
                    <a:pt x="218" y="331"/>
                  </a:lnTo>
                  <a:lnTo>
                    <a:pt x="220" y="311"/>
                  </a:lnTo>
                  <a:lnTo>
                    <a:pt x="224" y="289"/>
                  </a:lnTo>
                  <a:lnTo>
                    <a:pt x="228" y="268"/>
                  </a:lnTo>
                  <a:lnTo>
                    <a:pt x="234" y="247"/>
                  </a:lnTo>
                  <a:lnTo>
                    <a:pt x="241" y="226"/>
                  </a:lnTo>
                  <a:lnTo>
                    <a:pt x="248" y="207"/>
                  </a:lnTo>
                  <a:lnTo>
                    <a:pt x="257" y="188"/>
                  </a:lnTo>
                  <a:lnTo>
                    <a:pt x="268" y="170"/>
                  </a:lnTo>
                  <a:lnTo>
                    <a:pt x="279" y="153"/>
                  </a:lnTo>
                  <a:lnTo>
                    <a:pt x="292" y="137"/>
                  </a:lnTo>
                  <a:lnTo>
                    <a:pt x="306" y="121"/>
                  </a:lnTo>
                  <a:lnTo>
                    <a:pt x="321" y="105"/>
                  </a:lnTo>
                  <a:lnTo>
                    <a:pt x="336" y="91"/>
                  </a:lnTo>
                  <a:lnTo>
                    <a:pt x="352" y="77"/>
                  </a:lnTo>
                  <a:lnTo>
                    <a:pt x="370" y="65"/>
                  </a:lnTo>
                  <a:lnTo>
                    <a:pt x="388" y="53"/>
                  </a:lnTo>
                  <a:lnTo>
                    <a:pt x="407" y="43"/>
                  </a:lnTo>
                  <a:lnTo>
                    <a:pt x="428" y="33"/>
                  </a:lnTo>
                  <a:lnTo>
                    <a:pt x="449" y="24"/>
                  </a:lnTo>
                  <a:lnTo>
                    <a:pt x="472" y="17"/>
                  </a:lnTo>
                  <a:lnTo>
                    <a:pt x="496" y="11"/>
                  </a:lnTo>
                  <a:lnTo>
                    <a:pt x="522" y="7"/>
                  </a:lnTo>
                  <a:lnTo>
                    <a:pt x="548" y="2"/>
                  </a:lnTo>
                  <a:lnTo>
                    <a:pt x="576" y="0"/>
                  </a:lnTo>
                  <a:lnTo>
                    <a:pt x="606" y="0"/>
                  </a:lnTo>
                  <a:lnTo>
                    <a:pt x="654" y="0"/>
                  </a:lnTo>
                  <a:lnTo>
                    <a:pt x="698" y="1"/>
                  </a:lnTo>
                  <a:lnTo>
                    <a:pt x="740" y="3"/>
                  </a:lnTo>
                  <a:lnTo>
                    <a:pt x="778" y="5"/>
                  </a:lnTo>
                  <a:lnTo>
                    <a:pt x="812" y="9"/>
                  </a:lnTo>
                  <a:lnTo>
                    <a:pt x="842" y="12"/>
                  </a:lnTo>
                  <a:lnTo>
                    <a:pt x="870" y="16"/>
                  </a:lnTo>
                  <a:lnTo>
                    <a:pt x="895" y="19"/>
                  </a:lnTo>
                  <a:lnTo>
                    <a:pt x="935" y="26"/>
                  </a:lnTo>
                  <a:lnTo>
                    <a:pt x="963" y="31"/>
                  </a:lnTo>
                  <a:lnTo>
                    <a:pt x="978" y="37"/>
                  </a:lnTo>
                  <a:lnTo>
                    <a:pt x="984" y="38"/>
                  </a:lnTo>
                  <a:lnTo>
                    <a:pt x="932" y="350"/>
                  </a:lnTo>
                  <a:lnTo>
                    <a:pt x="927" y="349"/>
                  </a:lnTo>
                  <a:lnTo>
                    <a:pt x="916" y="346"/>
                  </a:lnTo>
                  <a:lnTo>
                    <a:pt x="899" y="343"/>
                  </a:lnTo>
                  <a:lnTo>
                    <a:pt x="877" y="338"/>
                  </a:lnTo>
                  <a:lnTo>
                    <a:pt x="851" y="333"/>
                  </a:lnTo>
                  <a:lnTo>
                    <a:pt x="822" y="329"/>
                  </a:lnTo>
                  <a:lnTo>
                    <a:pt x="792" y="326"/>
                  </a:lnTo>
                  <a:lnTo>
                    <a:pt x="761" y="325"/>
                  </a:lnTo>
                  <a:lnTo>
                    <a:pt x="746" y="325"/>
                  </a:lnTo>
                  <a:lnTo>
                    <a:pt x="731" y="326"/>
                  </a:lnTo>
                  <a:lnTo>
                    <a:pt x="716" y="328"/>
                  </a:lnTo>
                  <a:lnTo>
                    <a:pt x="703" y="331"/>
                  </a:lnTo>
                  <a:lnTo>
                    <a:pt x="689" y="334"/>
                  </a:lnTo>
                  <a:lnTo>
                    <a:pt x="677" y="339"/>
                  </a:lnTo>
                  <a:lnTo>
                    <a:pt x="664" y="344"/>
                  </a:lnTo>
                  <a:lnTo>
                    <a:pt x="653" y="350"/>
                  </a:lnTo>
                  <a:lnTo>
                    <a:pt x="642" y="357"/>
                  </a:lnTo>
                  <a:lnTo>
                    <a:pt x="634" y="365"/>
                  </a:lnTo>
                  <a:lnTo>
                    <a:pt x="626" y="374"/>
                  </a:lnTo>
                  <a:lnTo>
                    <a:pt x="618" y="384"/>
                  </a:lnTo>
                  <a:lnTo>
                    <a:pt x="613" y="396"/>
                  </a:lnTo>
                  <a:lnTo>
                    <a:pt x="609" y="408"/>
                  </a:lnTo>
                  <a:lnTo>
                    <a:pt x="607" y="422"/>
                  </a:lnTo>
                  <a:lnTo>
                    <a:pt x="606" y="436"/>
                  </a:lnTo>
                  <a:lnTo>
                    <a:pt x="606" y="675"/>
                  </a:lnTo>
                  <a:lnTo>
                    <a:pt x="942" y="675"/>
                  </a:lnTo>
                  <a:lnTo>
                    <a:pt x="919" y="980"/>
                  </a:lnTo>
                  <a:lnTo>
                    <a:pt x="606" y="980"/>
                  </a:lnTo>
                  <a:lnTo>
                    <a:pt x="606" y="2040"/>
                  </a:lnTo>
                  <a:lnTo>
                    <a:pt x="210" y="2040"/>
                  </a:lnTo>
                  <a:lnTo>
                    <a:pt x="210" y="980"/>
                  </a:lnTo>
                  <a:lnTo>
                    <a:pt x="0" y="980"/>
                  </a:lnTo>
                  <a:lnTo>
                    <a:pt x="0" y="675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IN" dirty="0">
                <a:latin typeface="+mn-lt"/>
              </a:endParaRPr>
            </a:p>
          </p:txBody>
        </p:sp>
      </p:grpSp>
      <p:sp>
        <p:nvSpPr>
          <p:cNvPr id="17" name="Rectangle 16"/>
          <p:cNvSpPr/>
          <p:nvPr userDrawn="1"/>
        </p:nvSpPr>
        <p:spPr>
          <a:xfrm>
            <a:off x="375620" y="6451710"/>
            <a:ext cx="8125883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11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© 2016  YASH Technologies | www.yash.com | Confidential</a:t>
            </a:r>
            <a:endParaRPr lang="en-IN" sz="11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5391150" y="877888"/>
            <a:ext cx="0" cy="2163763"/>
          </a:xfrm>
          <a:prstGeom prst="line">
            <a:avLst/>
          </a:prstGeom>
          <a:ln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Picture 3" descr="J:\yash-branding\logo\YASH-SM-logo\yash-tagline-SM-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261" y="664402"/>
            <a:ext cx="3781426" cy="2590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, Ch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1274663" y="304800"/>
            <a:ext cx="914162" cy="304800"/>
          </a:xfrm>
          <a:prstGeom prst="rect">
            <a:avLst/>
          </a:prstGeom>
          <a:solidFill>
            <a:srgbClr val="E7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baseline="-25000" dirty="0">
              <a:solidFill>
                <a:prstClr val="white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11376237" y="304801"/>
            <a:ext cx="711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E51F77A-6994-4D87-B3EF-4EDBFB93C3A5}" type="slidenum">
              <a:rPr lang="en-US" sz="1400">
                <a:solidFill>
                  <a:prstClr val="white"/>
                </a:solidFill>
                <a:latin typeface="Arial" panose="020B0604020202020204" pitchFamily="34" charset="0"/>
              </a:rPr>
              <a:t>‹#›</a:t>
            </a:fld>
            <a:endParaRPr lang="en-US" sz="1400" dirty="0">
              <a:solidFill>
                <a:prstClr val="white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0" y="6326061"/>
            <a:ext cx="2336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Helvetica CE" pitchFamily="34" charset="0"/>
              </a:rPr>
              <a:t>www.yash.com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2" y="6272430"/>
            <a:ext cx="12188824" cy="47480"/>
          </a:xfrm>
          <a:prstGeom prst="rect">
            <a:avLst/>
          </a:prstGeom>
          <a:solidFill>
            <a:srgbClr val="E53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E72929"/>
              </a:solidFill>
            </a:endParaRPr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2" y="228600"/>
            <a:ext cx="11274662" cy="715962"/>
          </a:xfrm>
          <a:prstGeom prst="rect">
            <a:avLst/>
          </a:prstGeom>
          <a:solidFill>
            <a:srgbClr val="EEF3FA"/>
          </a:solidFill>
        </p:spPr>
        <p:txBody>
          <a:bodyPr/>
          <a:lstStyle>
            <a:lvl1pPr>
              <a:defRPr sz="2800">
                <a:solidFill>
                  <a:srgbClr val="005BA1"/>
                </a:solidFill>
                <a:latin typeface="Helvetica C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8"/>
          <p:cNvSpPr>
            <a:spLocks noGrp="1"/>
          </p:cNvSpPr>
          <p:nvPr>
            <p:ph sz="quarter" idx="10"/>
          </p:nvPr>
        </p:nvSpPr>
        <p:spPr>
          <a:xfrm>
            <a:off x="750834" y="1600200"/>
            <a:ext cx="10819698" cy="4572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58345"/>
              </a:buClr>
              <a:buFont typeface="Wingdings" panose="05000000000000000000" pitchFamily="2" charset="2"/>
              <a:buChar char="§"/>
              <a:defRPr sz="1800">
                <a:latin typeface="Helvetica CE" pitchFamily="34" charset="0"/>
              </a:defRPr>
            </a:lvl1pPr>
            <a:lvl2pPr marL="742950" indent="-28575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2pPr>
            <a:lvl3pPr marL="11430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3pPr>
            <a:lvl4pPr marL="16002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4pPr>
            <a:lvl5pPr marL="20574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/>
          <p:cNvSpPr>
            <a:spLocks noGrp="1"/>
          </p:cNvSpPr>
          <p:nvPr>
            <p:ph sz="quarter" idx="11"/>
          </p:nvPr>
        </p:nvSpPr>
        <p:spPr>
          <a:xfrm>
            <a:off x="750834" y="2286000"/>
            <a:ext cx="10819698" cy="4572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1pPr>
            <a:lvl2pPr marL="742950" indent="-28575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2pPr>
            <a:lvl3pPr marL="11430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3pPr>
            <a:lvl4pPr marL="16002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4pPr>
            <a:lvl5pPr marL="20574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8"/>
          <p:cNvSpPr>
            <a:spLocks noGrp="1"/>
          </p:cNvSpPr>
          <p:nvPr>
            <p:ph sz="quarter" idx="12"/>
          </p:nvPr>
        </p:nvSpPr>
        <p:spPr>
          <a:xfrm>
            <a:off x="750834" y="2971800"/>
            <a:ext cx="10819698" cy="4572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1pPr>
            <a:lvl2pPr marL="742950" indent="-28575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2pPr>
            <a:lvl3pPr marL="11430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3pPr>
            <a:lvl4pPr marL="16002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4pPr>
            <a:lvl5pPr marL="20574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quarter" idx="13"/>
          </p:nvPr>
        </p:nvSpPr>
        <p:spPr>
          <a:xfrm>
            <a:off x="750834" y="3657600"/>
            <a:ext cx="10819698" cy="4572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1pPr>
            <a:lvl2pPr marL="742950" indent="-28575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2pPr>
            <a:lvl3pPr marL="11430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3pPr>
            <a:lvl4pPr marL="16002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4pPr>
            <a:lvl5pPr marL="20574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8"/>
          <p:cNvSpPr>
            <a:spLocks noGrp="1"/>
          </p:cNvSpPr>
          <p:nvPr>
            <p:ph sz="quarter" idx="14"/>
          </p:nvPr>
        </p:nvSpPr>
        <p:spPr>
          <a:xfrm>
            <a:off x="750834" y="4343400"/>
            <a:ext cx="10819698" cy="4572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1pPr>
            <a:lvl2pPr marL="742950" indent="-28575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2pPr>
            <a:lvl3pPr marL="11430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3pPr>
            <a:lvl4pPr marL="16002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4pPr>
            <a:lvl5pPr marL="20574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, Ch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1274663" y="304800"/>
            <a:ext cx="914162" cy="304800"/>
          </a:xfrm>
          <a:prstGeom prst="rect">
            <a:avLst/>
          </a:prstGeom>
          <a:solidFill>
            <a:srgbClr val="E7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baseline="-25000" dirty="0">
              <a:solidFill>
                <a:prstClr val="white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11376237" y="304801"/>
            <a:ext cx="711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E51F77A-6994-4D87-B3EF-4EDBFB93C3A5}" type="slidenum">
              <a:rPr lang="en-US" sz="1400" smtClean="0">
                <a:solidFill>
                  <a:prstClr val="white"/>
                </a:solidFill>
                <a:latin typeface="Arial" panose="020B0604020202020204" pitchFamily="34" charset="0"/>
              </a:rPr>
              <a:t>‹#›</a:t>
            </a:fld>
            <a:endParaRPr lang="en-US" sz="1400" dirty="0">
              <a:solidFill>
                <a:prstClr val="white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9782897" y="6475190"/>
            <a:ext cx="2336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Helvetica CE" pitchFamily="34" charset="0"/>
              </a:rPr>
              <a:t>www.yash.com</a:t>
            </a:r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2" y="228600"/>
            <a:ext cx="11274662" cy="715962"/>
          </a:xfrm>
          <a:prstGeom prst="rect">
            <a:avLst/>
          </a:prstGeom>
          <a:solidFill>
            <a:srgbClr val="EEF3FA"/>
          </a:solidFill>
        </p:spPr>
        <p:txBody>
          <a:bodyPr/>
          <a:lstStyle>
            <a:lvl1pPr>
              <a:defRPr sz="2800">
                <a:solidFill>
                  <a:srgbClr val="005BA1"/>
                </a:solidFill>
                <a:latin typeface="Helvetica CE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8"/>
          <p:cNvSpPr>
            <a:spLocks noGrp="1"/>
          </p:cNvSpPr>
          <p:nvPr>
            <p:ph sz="quarter" idx="10"/>
          </p:nvPr>
        </p:nvSpPr>
        <p:spPr>
          <a:xfrm>
            <a:off x="750834" y="1600200"/>
            <a:ext cx="10819698" cy="4572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58345"/>
              </a:buClr>
              <a:buFont typeface="Wingdings" panose="05000000000000000000" pitchFamily="2" charset="2"/>
              <a:buChar char="§"/>
              <a:defRPr sz="1800">
                <a:latin typeface="Helvetica CE" pitchFamily="34" charset="0"/>
              </a:defRPr>
            </a:lvl1pPr>
            <a:lvl2pPr marL="742950" indent="-28575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2pPr>
            <a:lvl3pPr marL="11430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3pPr>
            <a:lvl4pPr marL="16002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4pPr>
            <a:lvl5pPr marL="20574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/>
          <p:cNvSpPr>
            <a:spLocks noGrp="1"/>
          </p:cNvSpPr>
          <p:nvPr>
            <p:ph sz="quarter" idx="11"/>
          </p:nvPr>
        </p:nvSpPr>
        <p:spPr>
          <a:xfrm>
            <a:off x="750834" y="2286000"/>
            <a:ext cx="10819698" cy="4572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1pPr>
            <a:lvl2pPr marL="742950" indent="-28575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2pPr>
            <a:lvl3pPr marL="11430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3pPr>
            <a:lvl4pPr marL="16002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4pPr>
            <a:lvl5pPr marL="20574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8"/>
          <p:cNvSpPr>
            <a:spLocks noGrp="1"/>
          </p:cNvSpPr>
          <p:nvPr>
            <p:ph sz="quarter" idx="12"/>
          </p:nvPr>
        </p:nvSpPr>
        <p:spPr>
          <a:xfrm>
            <a:off x="750834" y="2971800"/>
            <a:ext cx="10819698" cy="4572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1pPr>
            <a:lvl2pPr marL="742950" indent="-28575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2pPr>
            <a:lvl3pPr marL="11430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3pPr>
            <a:lvl4pPr marL="16002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4pPr>
            <a:lvl5pPr marL="20574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quarter" idx="13"/>
          </p:nvPr>
        </p:nvSpPr>
        <p:spPr>
          <a:xfrm>
            <a:off x="750834" y="3657600"/>
            <a:ext cx="10819698" cy="4572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1pPr>
            <a:lvl2pPr marL="742950" indent="-28575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2pPr>
            <a:lvl3pPr marL="11430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3pPr>
            <a:lvl4pPr marL="16002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4pPr>
            <a:lvl5pPr marL="20574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8"/>
          <p:cNvSpPr>
            <a:spLocks noGrp="1"/>
          </p:cNvSpPr>
          <p:nvPr>
            <p:ph sz="quarter" idx="14"/>
          </p:nvPr>
        </p:nvSpPr>
        <p:spPr>
          <a:xfrm>
            <a:off x="750834" y="4343400"/>
            <a:ext cx="10819698" cy="4572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1pPr>
            <a:lvl2pPr marL="742950" indent="-285750">
              <a:buClr>
                <a:srgbClr val="F58345"/>
              </a:buClr>
              <a:buFont typeface="Wingdings" panose="05000000000000000000" pitchFamily="2" charset="2"/>
              <a:buChar char="§"/>
              <a:defRPr sz="1600">
                <a:latin typeface="Helvetica CE" pitchFamily="34" charset="0"/>
              </a:defRPr>
            </a:lvl2pPr>
            <a:lvl3pPr marL="11430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400">
                <a:latin typeface="Helvetica CE" pitchFamily="34" charset="0"/>
              </a:defRPr>
            </a:lvl3pPr>
            <a:lvl4pPr marL="16002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200">
                <a:latin typeface="Helvetica CE" pitchFamily="34" charset="0"/>
              </a:defRPr>
            </a:lvl4pPr>
            <a:lvl5pPr marL="2057400" indent="-228600">
              <a:buClr>
                <a:srgbClr val="F58345"/>
              </a:buClr>
              <a:buFont typeface="Wingdings" panose="05000000000000000000" pitchFamily="2" charset="2"/>
              <a:buChar char="§"/>
              <a:defRPr sz="1000">
                <a:latin typeface="Helvetica CE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192" y="356628"/>
            <a:ext cx="7516442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1927" y="825950"/>
            <a:ext cx="5484971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00"/>
            </a:lvl3pPr>
            <a:lvl4pPr marL="1828165" indent="0">
              <a:buNone/>
              <a:defRPr sz="1200"/>
            </a:lvl4pPr>
            <a:lvl5pPr marL="2437765" indent="0">
              <a:buNone/>
              <a:defRPr sz="1200"/>
            </a:lvl5pPr>
            <a:lvl6pPr marL="3047365" indent="0">
              <a:buNone/>
              <a:defRPr sz="1200"/>
            </a:lvl6pPr>
            <a:lvl7pPr marL="3656965" indent="0">
              <a:buNone/>
              <a:defRPr sz="1200"/>
            </a:lvl7pPr>
            <a:lvl8pPr marL="4266565" indent="0">
              <a:buNone/>
              <a:defRPr sz="1200"/>
            </a:lvl8pPr>
            <a:lvl9pPr marL="4876165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442" y="6356353"/>
            <a:ext cx="2844059" cy="365125"/>
          </a:xfrm>
          <a:prstGeom prst="rect">
            <a:avLst/>
          </a:prstGeom>
        </p:spPr>
        <p:txBody>
          <a:bodyPr/>
          <a:lstStyle/>
          <a:p>
            <a:fld id="{E9EB0F25-2854-445A-B769-FCB915770C28}" type="datetimeFigureOut">
              <a:rPr lang="en-US" smtClean="0"/>
              <a:t>2/9/2024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4515" y="6356353"/>
            <a:ext cx="3859796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5327" y="6356353"/>
            <a:ext cx="2844059" cy="365125"/>
          </a:xfrm>
          <a:prstGeom prst="rect">
            <a:avLst/>
          </a:prstGeom>
        </p:spPr>
        <p:txBody>
          <a:bodyPr/>
          <a:lstStyle/>
          <a:p>
            <a:fld id="{FDA6A5A3-297C-458B-8091-10AE81EFA74D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202"/>
            <a:ext cx="12187362" cy="6285620"/>
          </a:xfrm>
          <a:prstGeom prst="rect">
            <a:avLst/>
          </a:prstGeom>
        </p:spPr>
      </p:pic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68658" y="56270"/>
            <a:ext cx="10969624" cy="516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09602" y="1108873"/>
            <a:ext cx="109696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2278" y="129324"/>
            <a:ext cx="471658" cy="389905"/>
          </a:xfrm>
          <a:prstGeom prst="rect">
            <a:avLst/>
          </a:prstGeom>
        </p:spPr>
      </p:pic>
      <p:pic>
        <p:nvPicPr>
          <p:cNvPr id="9" name="Picture 3" descr="J:\yash-branding\logo\YASH-SM-logo\yash-tagline-SM-logo.png"/>
          <p:cNvPicPr>
            <a:picLocks noChangeAspect="1" noChangeArrowheads="1"/>
          </p:cNvPicPr>
          <p:nvPr userDrawn="1"/>
        </p:nvPicPr>
        <p:blipFill>
          <a:blip r:embed="rId22" cstate="email"/>
          <a:srcRect/>
          <a:stretch>
            <a:fillRect/>
          </a:stretch>
        </p:blipFill>
        <p:spPr bwMode="auto">
          <a:xfrm>
            <a:off x="11155581" y="6148955"/>
            <a:ext cx="1033244" cy="70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 defTabSz="609600" rtl="0" eaLnBrk="1" latinLnBrk="0" hangingPunct="1">
        <a:spcBef>
          <a:spcPct val="0"/>
        </a:spcBef>
        <a:buNone/>
        <a:defRPr lang="en-US" sz="2800" b="0" kern="1200" baseline="0" dirty="0">
          <a:solidFill>
            <a:schemeClr val="accent2"/>
          </a:solidFill>
          <a:latin typeface="+mj-lt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457200" indent="-457200" algn="l" defTabSz="609600" rtl="0" eaLnBrk="1" latinLnBrk="0" hangingPunct="1">
        <a:spcBef>
          <a:spcPts val="1200"/>
        </a:spcBef>
        <a:spcAft>
          <a:spcPts val="600"/>
        </a:spcAft>
        <a:buFont typeface="Wingdings" panose="05000000000000000000" pitchFamily="2" charset="2"/>
        <a:buChar char="§"/>
        <a:defRPr sz="2400" kern="1200">
          <a:solidFill>
            <a:srgbClr val="4B4B4B"/>
          </a:solidFill>
          <a:latin typeface="+mj-lt"/>
          <a:ea typeface="+mn-ea"/>
          <a:cs typeface="+mn-cs"/>
        </a:defRPr>
      </a:lvl1pPr>
      <a:lvl2pPr marL="990600" indent="-381000" algn="l" defTabSz="609600" rtl="0" eaLnBrk="1" latinLnBrk="0" hangingPunct="1">
        <a:spcBef>
          <a:spcPts val="1200"/>
        </a:spcBef>
        <a:spcAft>
          <a:spcPts val="600"/>
        </a:spcAft>
        <a:buFont typeface="Wingdings" panose="05000000000000000000" pitchFamily="2" charset="2"/>
        <a:buChar char="§"/>
        <a:defRPr sz="2000" kern="1200">
          <a:solidFill>
            <a:srgbClr val="4B4B4B"/>
          </a:solidFill>
          <a:latin typeface="+mj-lt"/>
          <a:ea typeface="+mn-ea"/>
          <a:cs typeface="+mn-cs"/>
        </a:defRPr>
      </a:lvl2pPr>
      <a:lvl3pPr marL="1523365" indent="-304800" algn="l" defTabSz="609600" rtl="0" eaLnBrk="1" latinLnBrk="0" hangingPunct="1">
        <a:spcBef>
          <a:spcPts val="1200"/>
        </a:spcBef>
        <a:spcAft>
          <a:spcPts val="600"/>
        </a:spcAft>
        <a:buFont typeface="Wingdings" panose="05000000000000000000" pitchFamily="2" charset="2"/>
        <a:buChar char="§"/>
        <a:defRPr sz="1600" kern="1200">
          <a:solidFill>
            <a:srgbClr val="4B4B4B"/>
          </a:solidFill>
          <a:latin typeface="+mj-lt"/>
          <a:ea typeface="+mn-ea"/>
          <a:cs typeface="+mn-cs"/>
        </a:defRPr>
      </a:lvl3pPr>
      <a:lvl4pPr marL="2132965" indent="-304800" algn="l" defTabSz="609600" rtl="0" eaLnBrk="1" latinLnBrk="0" hangingPunct="1">
        <a:spcBef>
          <a:spcPts val="1200"/>
        </a:spcBef>
        <a:spcAft>
          <a:spcPts val="600"/>
        </a:spcAft>
        <a:buFont typeface="Wingdings" panose="05000000000000000000" pitchFamily="2" charset="2"/>
        <a:buChar char="§"/>
        <a:defRPr sz="1400" kern="1200">
          <a:solidFill>
            <a:srgbClr val="4B4B4B"/>
          </a:solidFill>
          <a:latin typeface="+mj-lt"/>
          <a:ea typeface="+mn-ea"/>
          <a:cs typeface="+mn-cs"/>
        </a:defRPr>
      </a:lvl4pPr>
      <a:lvl5pPr marL="2742565" indent="-304800" algn="l" defTabSz="609600" rtl="0" eaLnBrk="1" latinLnBrk="0" hangingPunct="1">
        <a:spcBef>
          <a:spcPts val="1200"/>
        </a:spcBef>
        <a:spcAft>
          <a:spcPts val="600"/>
        </a:spcAft>
        <a:buFont typeface="Wingdings" panose="05000000000000000000" pitchFamily="2" charset="2"/>
        <a:buChar char="§"/>
        <a:defRPr sz="1400" kern="1200">
          <a:solidFill>
            <a:srgbClr val="4B4B4B"/>
          </a:solidFill>
          <a:latin typeface="+mj-lt"/>
          <a:ea typeface="+mn-ea"/>
          <a:cs typeface="+mn-cs"/>
        </a:defRPr>
      </a:lvl5pPr>
      <a:lvl6pPr marL="3352165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113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073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033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93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3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Application Security Guidelines- Front End Application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609600" y="631190"/>
            <a:ext cx="10969625" cy="5757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 algn="l" defTabSz="609600" rtl="0" eaLnBrk="1" latinLnBrk="0" hangingPunct="1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400" kern="1200">
                <a:solidFill>
                  <a:srgbClr val="4B4B4B"/>
                </a:solidFill>
                <a:latin typeface="+mj-lt"/>
                <a:ea typeface="+mn-ea"/>
                <a:cs typeface="+mn-cs"/>
              </a:defRPr>
            </a:lvl1pPr>
            <a:lvl2pPr marL="990600" indent="-381000" algn="l" defTabSz="609600" rtl="0" eaLnBrk="1" latinLnBrk="0" hangingPunct="1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000" kern="1200">
                <a:solidFill>
                  <a:srgbClr val="4B4B4B"/>
                </a:solidFill>
                <a:latin typeface="+mj-lt"/>
                <a:ea typeface="+mn-ea"/>
                <a:cs typeface="+mn-cs"/>
              </a:defRPr>
            </a:lvl2pPr>
            <a:lvl3pPr marL="1523365" indent="-304800" algn="l" defTabSz="609600" rtl="0" eaLnBrk="1" latinLnBrk="0" hangingPunct="1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600" kern="1200">
                <a:solidFill>
                  <a:srgbClr val="4B4B4B"/>
                </a:solidFill>
                <a:latin typeface="+mj-lt"/>
                <a:ea typeface="+mn-ea"/>
                <a:cs typeface="+mn-cs"/>
              </a:defRPr>
            </a:lvl3pPr>
            <a:lvl4pPr marL="2132965" indent="-304800" algn="l" defTabSz="609600" rtl="0" eaLnBrk="1" latinLnBrk="0" hangingPunct="1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 kern="1200">
                <a:solidFill>
                  <a:srgbClr val="4B4B4B"/>
                </a:solidFill>
                <a:latin typeface="+mj-lt"/>
                <a:ea typeface="+mn-ea"/>
                <a:cs typeface="+mn-cs"/>
              </a:defRPr>
            </a:lvl4pPr>
            <a:lvl5pPr marL="2742565" indent="-304800" algn="l" defTabSz="609600" rtl="0" eaLnBrk="1" latinLnBrk="0" hangingPunct="1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400" kern="1200">
                <a:solidFill>
                  <a:srgbClr val="4B4B4B"/>
                </a:solidFill>
                <a:latin typeface="+mj-lt"/>
                <a:ea typeface="+mn-ea"/>
                <a:cs typeface="+mn-cs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130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730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330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sz="1200" dirty="0"/>
              <a:t>Cross-Site Scripting (XSS) Prevention- </a:t>
            </a:r>
          </a:p>
          <a:p>
            <a:pPr lvl="2">
              <a:lnSpc>
                <a:spcPct val="80000"/>
              </a:lnSpc>
              <a:spcBef>
                <a:spcPts val="600"/>
              </a:spcBef>
              <a:buFont typeface="Wingdings" panose="05000000000000000000" charset="0"/>
              <a:buChar char="ü"/>
            </a:pPr>
            <a:r>
              <a:rPr lang="en-US" sz="1200" dirty="0"/>
              <a:t>Regular Expression Attributes</a:t>
            </a:r>
          </a:p>
          <a:p>
            <a:pPr lvl="2">
              <a:lnSpc>
                <a:spcPct val="80000"/>
              </a:lnSpc>
              <a:spcBef>
                <a:spcPts val="600"/>
              </a:spcBef>
              <a:buFont typeface="Wingdings" panose="05000000000000000000" charset="0"/>
              <a:buChar char="ü"/>
            </a:pPr>
            <a:r>
              <a:rPr lang="en-US" sz="1200" dirty="0"/>
              <a:t>Regular Expression Object Model</a:t>
            </a:r>
          </a:p>
          <a:p>
            <a:pPr lvl="2">
              <a:lnSpc>
                <a:spcPct val="80000"/>
              </a:lnSpc>
              <a:spcBef>
                <a:spcPts val="600"/>
              </a:spcBef>
              <a:buFont typeface="Wingdings" panose="05000000000000000000" charset="0"/>
              <a:buChar char="ü"/>
            </a:pPr>
            <a:r>
              <a:rPr lang="en-US" sz="1200" dirty="0"/>
              <a:t>HTML Encoding</a:t>
            </a:r>
          </a:p>
          <a:p>
            <a:pPr lvl="2">
              <a:lnSpc>
                <a:spcPct val="80000"/>
              </a:lnSpc>
              <a:spcBef>
                <a:spcPts val="600"/>
              </a:spcBef>
              <a:buFont typeface="Wingdings" panose="05000000000000000000" charset="0"/>
              <a:buChar char="ü"/>
            </a:pPr>
            <a:r>
              <a:rPr lang="en-US" sz="1200" dirty="0"/>
              <a:t>URL Encoding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sz="1200" dirty="0"/>
              <a:t>Keep application with the latest library releases.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sz="1200" dirty="0"/>
              <a:t>Avoid using APIs marked in the documentation as “</a:t>
            </a:r>
            <a:r>
              <a:rPr lang="en-US" sz="1200" i="1" dirty="0"/>
              <a:t>Security Risk</a:t>
            </a:r>
            <a:r>
              <a:rPr lang="en-US" sz="1200" dirty="0"/>
              <a:t>.”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sz="1200" dirty="0"/>
              <a:t>Avoid using deprecated API’s.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sz="1200" dirty="0"/>
              <a:t>Custom Error Page for Error Handling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sz="1200" dirty="0"/>
              <a:t>Proper Authentication and Session Management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sz="1200" dirty="0"/>
              <a:t>Role based Security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sz="1200" dirty="0"/>
              <a:t>Logging and Auditing- Do not log sensitive data</a:t>
            </a:r>
          </a:p>
          <a:p>
            <a:pPr marL="609600" lvl="1" indent="0">
              <a:lnSpc>
                <a:spcPct val="80000"/>
              </a:lnSpc>
              <a:spcBef>
                <a:spcPts val="600"/>
              </a:spcBef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2_Corporate-PPT-Template-27-05-16 - Cop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YASH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B4B566E6A4434C88F6E6F090E64BC1" ma:contentTypeVersion="18" ma:contentTypeDescription="Create a new document." ma:contentTypeScope="" ma:versionID="8c6caa7d39d624e963f9bfd798152159">
  <xsd:schema xmlns:xsd="http://www.w3.org/2001/XMLSchema" xmlns:xs="http://www.w3.org/2001/XMLSchema" xmlns:p="http://schemas.microsoft.com/office/2006/metadata/properties" xmlns:ns2="3b87efaa-5072-4575-ae5e-1576d9618ec1" xmlns:ns3="4a9be661-71ef-4596-8abc-19c471d95733" targetNamespace="http://schemas.microsoft.com/office/2006/metadata/properties" ma:root="true" ma:fieldsID="9c2ecd347b050f8bf5c8c481ae87dc65" ns2:_="" ns3:_="">
    <xsd:import namespace="3b87efaa-5072-4575-ae5e-1576d9618ec1"/>
    <xsd:import namespace="4a9be661-71ef-4596-8abc-19c471d957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87efaa-5072-4575-ae5e-1576d9618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5eb1ad57-facb-41f7-95eb-3cdca3346f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9be661-71ef-4596-8abc-19c471d9573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324ddfff-0024-4c25-8e41-a3f5ed5364de}" ma:internalName="TaxCatchAll" ma:showField="CatchAllData" ma:web="4a9be661-71ef-4596-8abc-19c471d957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b87efaa-5072-4575-ae5e-1576d9618ec1">
      <Terms xmlns="http://schemas.microsoft.com/office/infopath/2007/PartnerControls"/>
    </lcf76f155ced4ddcb4097134ff3c332f>
    <TaxCatchAll xmlns="4a9be661-71ef-4596-8abc-19c471d9573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14A2B5-F349-40D7-A947-F709EBC98289}"/>
</file>

<file path=customXml/itemProps2.xml><?xml version="1.0" encoding="utf-8"?>
<ds:datastoreItem xmlns:ds="http://schemas.openxmlformats.org/officeDocument/2006/customXml" ds:itemID="{E946B005-6EBF-4EB6-B19B-2BB55D1DD298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4a9be661-71ef-4596-8abc-19c471d95733"/>
    <ds:schemaRef ds:uri="http://schemas.openxmlformats.org/package/2006/metadata/core-properties"/>
    <ds:schemaRef ds:uri="3b87efaa-5072-4575-ae5e-1576d9618ec1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C847D49-6E84-45F1-B049-B78170079D9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Corporate-PPT-Template-27-05-16 - Copy</Template>
  <TotalTime>78</TotalTime>
  <Words>71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 CE</vt:lpstr>
      <vt:lpstr>Tahoma</vt:lpstr>
      <vt:lpstr>Wingdings</vt:lpstr>
      <vt:lpstr>12_Corporate-PPT-Template-27-05-16 - Copy</vt:lpstr>
      <vt:lpstr>Application Security Guidelines- Front End Application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Rajib Layek</dc:creator>
  <cp:lastModifiedBy>Lokesh Daiya</cp:lastModifiedBy>
  <cp:revision>1018</cp:revision>
  <dcterms:created xsi:type="dcterms:W3CDTF">2016-08-05T12:15:00Z</dcterms:created>
  <dcterms:modified xsi:type="dcterms:W3CDTF">2024-02-09T16:44:49Z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0x0101009DB4B566E6A4434C88F6E6F090E64BC1</vt:lpwstr>
  </property>
  <property fmtid="{D5CDD505-2E9C-101B-9397-08002B2CF9AE}" pid="3" name="KSOProductBuildVer">
    <vt:lpwstr>1033-11.2.0.9965</vt:lpwstr>
  </property>
</Properties>
</file>